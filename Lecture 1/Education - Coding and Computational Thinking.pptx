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Space Mono"/>
      <p:regular r:id="rId22"/>
      <p:bold r:id="rId23"/>
      <p:italic r:id="rId24"/>
      <p:boldItalic r:id="rId25"/>
    </p:embeddedFont>
    <p:embeddedFont>
      <p:font typeface="Space Grotesk Medium"/>
      <p:regular r:id="rId26"/>
      <p:bold r:id="rId27"/>
    </p:embeddedFont>
    <p:embeddedFont>
      <p:font typeface="Space Grotesk SemiBold"/>
      <p:regular r:id="rId28"/>
      <p:bold r:id="rId29"/>
    </p:embeddedFont>
    <p:embeddedFont>
      <p:font typeface="Space Grotesk"/>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Arnav Gupt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SpaceMono-regular.fntdata"/><Relationship Id="rId21" Type="http://schemas.openxmlformats.org/officeDocument/2006/relationships/slide" Target="slides/slide15.xml"/><Relationship Id="rId24" Type="http://schemas.openxmlformats.org/officeDocument/2006/relationships/font" Target="fonts/SpaceMono-italic.fntdata"/><Relationship Id="rId23" Type="http://schemas.openxmlformats.org/officeDocument/2006/relationships/font" Target="fonts/SpaceMon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SpaceGroteskMedium-regular.fntdata"/><Relationship Id="rId25" Type="http://schemas.openxmlformats.org/officeDocument/2006/relationships/font" Target="fonts/SpaceMono-boldItalic.fntdata"/><Relationship Id="rId28" Type="http://schemas.openxmlformats.org/officeDocument/2006/relationships/font" Target="fonts/SpaceGroteskSemiBold-regular.fntdata"/><Relationship Id="rId27" Type="http://schemas.openxmlformats.org/officeDocument/2006/relationships/font" Target="fonts/SpaceGroteskMedium-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SpaceGroteskSemi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SpaceGrotesk-bold.fntdata"/><Relationship Id="rId30" Type="http://schemas.openxmlformats.org/officeDocument/2006/relationships/font" Target="fonts/SpaceGrotesk-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1-30T12:30:52.374">
    <p:pos x="920" y="1538"/>
    <p:text>What are LLMs?
A lot of people confuse LLMs with AI Models</p:text>
  </p:cm>
  <p:cm authorId="0" idx="2" dt="2026-01-30T12:30:52.374">
    <p:pos x="920" y="1538"/>
    <p:text>Also learn correctly about the hierarchy of ai/ml/dl
Also a bit of API</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deb8e6b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bdeb8e6b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bdeb8e6b0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bdeb8e6b0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6713eda331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6713eda331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solidFill>
                  <a:schemeClr val="dk1"/>
                </a:solidFill>
              </a:rPr>
              <a:t>AI (Artificial Intelligence):</a:t>
            </a:r>
            <a:r>
              <a:rPr lang="en-GB">
                <a:solidFill>
                  <a:schemeClr val="dk1"/>
                </a:solidFill>
              </a:rPr>
              <a:t> The broad field of making computers perform tasks that normally require human intelligence (like understanding language, recognizing images, or making decisions).</a:t>
            </a:r>
            <a:br>
              <a:rPr lang="en-GB">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ML (Machine Learning):</a:t>
            </a:r>
            <a:r>
              <a:rPr lang="en-GB">
                <a:solidFill>
                  <a:schemeClr val="dk1"/>
                </a:solidFill>
              </a:rPr>
              <a:t> A subset of AI where systems learn patterns from data to make predictions or decisions without being explicitly programmed for every rule.</a:t>
            </a:r>
            <a:br>
              <a:rPr lang="en-GB">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DL (Deep Learning):</a:t>
            </a:r>
            <a:r>
              <a:rPr lang="en-GB">
                <a:solidFill>
                  <a:schemeClr val="dk1"/>
                </a:solidFill>
              </a:rPr>
              <a:t> A subset of ML that uses multi-layer neural networks to learn complex patterns, especially effective for images, speech, and text.</a:t>
            </a:r>
            <a:br>
              <a:rPr lang="en-GB">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Agentic AI:</a:t>
            </a:r>
            <a:r>
              <a:rPr lang="en-GB">
                <a:solidFill>
                  <a:schemeClr val="dk1"/>
                </a:solidFill>
              </a:rPr>
              <a:t> AI that can plan, take actions, use tools (like search, code, or apps), and iterate toward a goal with some autonomy rather than only responding once.</a:t>
            </a:r>
            <a:br>
              <a:rPr lang="en-GB">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LLM (Large Language Model):</a:t>
            </a:r>
            <a:r>
              <a:rPr lang="en-GB">
                <a:solidFill>
                  <a:schemeClr val="dk1"/>
                </a:solidFill>
              </a:rPr>
              <a:t> A deep-learning model trained on massive text data to understand and generate human-like language (e.g., chat, summarizing, coding help).</a:t>
            </a:r>
            <a:br>
              <a:rPr lang="en-GB">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API (Application Programming Interface):</a:t>
            </a:r>
            <a:r>
              <a:rPr lang="en-GB">
                <a:solidFill>
                  <a:schemeClr val="dk1"/>
                </a:solidFill>
              </a:rPr>
              <a:t> A defined way for software systems to communicate - letting one program use another program’s functions or data.</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bdeb8e6b0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bdeb8e6b0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LinkedIn Guy. API KEy exposure.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6713eda331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6713eda331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Real problems:</a:t>
            </a:r>
            <a:br>
              <a:rPr lang="en-GB">
                <a:solidFill>
                  <a:schemeClr val="dk1"/>
                </a:solidFill>
              </a:rPr>
            </a:b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Hallucinations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High latency</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Uncontrolled costs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Privacy &amp; data leaks</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AI Engineering focuses on </a:t>
            </a:r>
            <a:r>
              <a:rPr b="1" lang="en-GB">
                <a:solidFill>
                  <a:schemeClr val="dk1"/>
                </a:solidFill>
              </a:rPr>
              <a:t>systems</a:t>
            </a:r>
            <a:r>
              <a:rPr lang="en-GB">
                <a:solidFill>
                  <a:schemeClr val="dk1"/>
                </a:solidFill>
              </a:rPr>
              <a:t>, not just models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lt1"/>
              </a:solidFill>
              <a:latin typeface="Space Mono"/>
              <a:ea typeface="Space Mono"/>
              <a:cs typeface="Space Mono"/>
              <a:sym typeface="Space Mono"/>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6713eda331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6713eda331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Explain why long prompts slow apps and cost money.</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GB">
                <a:solidFill>
                  <a:schemeClr val="dk1"/>
                </a:solidFill>
              </a:rPr>
              <a:t>Maintaining memory.(LSTM)</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6713eda331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6713eda331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GB">
                <a:solidFill>
                  <a:schemeClr val="dk1"/>
                </a:solidFill>
              </a:rPr>
              <a:t>Data grounding (RAG)</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Deployment &amp; monitoring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c564ecc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bc564ecc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solidFill>
                  <a:schemeClr val="dk1"/>
                </a:solidFill>
              </a:rPr>
              <a:t>Infrastructure Layer:</a:t>
            </a:r>
            <a:r>
              <a:rPr lang="en-GB">
                <a:solidFill>
                  <a:schemeClr val="dk1"/>
                </a:solidFill>
              </a:rPr>
              <a:t> The compute, storage, networking, GPUs, and deployment environment that runs everything reliably at scale.</a:t>
            </a:r>
            <a:br>
              <a:rPr lang="en-GB">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Model Layer:</a:t>
            </a:r>
            <a:r>
              <a:rPr lang="en-GB">
                <a:solidFill>
                  <a:schemeClr val="dk1"/>
                </a:solidFill>
              </a:rPr>
              <a:t> The AI models (LLMs + specialist models) that generate reasoning, language, vision, and decisions.</a:t>
            </a:r>
            <a:br>
              <a:rPr lang="en-GB">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Knowledge Layer:</a:t>
            </a:r>
            <a:r>
              <a:rPr lang="en-GB">
                <a:solidFill>
                  <a:schemeClr val="dk1"/>
                </a:solidFill>
              </a:rPr>
              <a:t> The data + retrieval systems (RAG, vector DBs, indexes) that give the agent accurate, up-to-date context.</a:t>
            </a:r>
            <a:br>
              <a:rPr lang="en-GB">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Orchestration Layer:</a:t>
            </a:r>
            <a:r>
              <a:rPr lang="en-GB">
                <a:solidFill>
                  <a:schemeClr val="dk1"/>
                </a:solidFill>
              </a:rPr>
              <a:t> The “agent brain” that manages planning, tool use, memory, workflows, retries, and multi-step execution.</a:t>
            </a:r>
            <a:br>
              <a:rPr lang="en-GB">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Application Layer:</a:t>
            </a:r>
            <a:r>
              <a:rPr lang="en-GB">
                <a:solidFill>
                  <a:schemeClr val="dk1"/>
                </a:solidFill>
              </a:rPr>
              <a:t> The user-facing product experience (UI, business logic, permissions) that packages the agent into a real solution.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6713eda331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6713eda331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solidFill>
                  <a:schemeClr val="dk1"/>
                </a:solidFill>
              </a:rPr>
              <a:t>Temperature:</a:t>
            </a:r>
            <a:r>
              <a:rPr lang="en-GB">
                <a:solidFill>
                  <a:schemeClr val="dk1"/>
                </a:solidFill>
              </a:rPr>
              <a:t> Controls randomness—higher = more creative/varied, lower = more consistent/deterministic.</a:t>
            </a:r>
            <a:br>
              <a:rPr lang="en-GB">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Top-K:</a:t>
            </a:r>
            <a:r>
              <a:rPr lang="en-GB">
                <a:solidFill>
                  <a:schemeClr val="dk1"/>
                </a:solidFill>
              </a:rPr>
              <a:t> Limits the model to choosing from the K most likely next tokens—lower = safer/more focused, higher = more diverse.</a:t>
            </a:r>
            <a:br>
              <a:rPr lang="en-GB">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Max Tokens:</a:t>
            </a:r>
            <a:r>
              <a:rPr lang="en-GB">
                <a:solidFill>
                  <a:schemeClr val="dk1"/>
                </a:solidFill>
              </a:rPr>
              <a:t> Sets the maximum length of the response (how many tokens the model is allowed to generate).</a:t>
            </a:r>
            <a:br>
              <a:rPr lang="en-GB">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System/User Prompts:</a:t>
            </a:r>
            <a:r>
              <a:rPr lang="en-GB">
                <a:solidFill>
                  <a:schemeClr val="dk1"/>
                </a:solidFill>
              </a:rPr>
              <a:t> Instructions and context that steer behavior—system sets the rules/role, user asks the task.</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6713eda331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6713eda331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Confidently wrong answers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GB">
                <a:solidFill>
                  <a:schemeClr val="dk1"/>
                </a:solidFill>
              </a:rPr>
              <a:t> This sets up RAG later in the course.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bdeb8e6b0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bdeb8e6b0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Ollama(Helps run models) also exposes api for apps</a:t>
            </a:r>
            <a:endParaRPr/>
          </a:p>
          <a:p>
            <a:pPr indent="0" lvl="0" marL="0" rtl="0" algn="l">
              <a:spcBef>
                <a:spcPts val="0"/>
              </a:spcBef>
              <a:spcAft>
                <a:spcPts val="0"/>
              </a:spcAft>
              <a:buNone/>
            </a:pPr>
            <a:r>
              <a:rPr lang="en-GB"/>
              <a:t>Groq,openapi, gemini</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bc564eccb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bc564eccb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solidFill>
                  <a:schemeClr val="dk1"/>
                </a:solidFill>
              </a:rPr>
              <a:t>Chat UI / Phone IVR (text-to-speech)</a:t>
            </a:r>
            <a:endParaRPr b="1">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a:t>
            </a:r>
            <a:r>
              <a:rPr b="1" lang="en-GB">
                <a:solidFill>
                  <a:schemeClr val="dk1"/>
                </a:solidFill>
              </a:rPr>
              <a:t>Orchestrator (Agent Controller)</a:t>
            </a:r>
            <a:r>
              <a:rPr lang="en-GB">
                <a:solidFill>
                  <a:schemeClr val="dk1"/>
                </a:solidFill>
              </a:rPr>
              <a:t>: decides next step</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a:t>
            </a:r>
            <a:r>
              <a:rPr b="1" lang="en-GB">
                <a:solidFill>
                  <a:schemeClr val="dk1"/>
                </a:solidFill>
              </a:rPr>
              <a:t>Local Inference Layer</a:t>
            </a:r>
            <a:r>
              <a:rPr lang="en-GB">
                <a:solidFill>
                  <a:schemeClr val="dk1"/>
                </a:solidFill>
              </a:rPr>
              <a:t>: fast classification + redaction</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a:t>
            </a:r>
            <a:r>
              <a:rPr b="1" lang="en-GB">
                <a:solidFill>
                  <a:schemeClr val="dk1"/>
                </a:solidFill>
              </a:rPr>
              <a:t>Retrieval</a:t>
            </a:r>
            <a:r>
              <a:rPr lang="en-GB">
                <a:solidFill>
                  <a:schemeClr val="dk1"/>
                </a:solidFill>
              </a:rPr>
              <a:t>: clinic policy + pricing + doctor schedules</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a:t>
            </a:r>
            <a:r>
              <a:rPr b="1" lang="en-GB">
                <a:solidFill>
                  <a:schemeClr val="dk1"/>
                </a:solidFill>
              </a:rPr>
              <a:t>Tools</a:t>
            </a:r>
            <a:r>
              <a:rPr lang="en-GB">
                <a:solidFill>
                  <a:schemeClr val="dk1"/>
                </a:solidFill>
              </a:rPr>
              <a:t>: appointment scheduler, EHR/CRM (limited), SMS/email sender</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a:t>
            </a:r>
            <a:r>
              <a:rPr b="1" lang="en-GB">
                <a:solidFill>
                  <a:schemeClr val="dk1"/>
                </a:solidFill>
              </a:rPr>
              <a:t>Guardrails &amp; Policy Engine</a:t>
            </a:r>
            <a:r>
              <a:rPr lang="en-GB">
                <a:solidFill>
                  <a:schemeClr val="dk1"/>
                </a:solidFill>
              </a:rPr>
              <a:t>: what’s allowed, what must escalate</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a:t>
            </a:r>
            <a:r>
              <a:rPr b="1" lang="en-GB">
                <a:solidFill>
                  <a:schemeClr val="dk1"/>
                </a:solidFill>
              </a:rPr>
              <a:t>LLM</a:t>
            </a:r>
            <a:r>
              <a:rPr lang="en-GB">
                <a:solidFill>
                  <a:schemeClr val="dk1"/>
                </a:solidFill>
              </a:rPr>
              <a:t>: explains, asks questions politely, summarizes for staff. --lower latency, lower cost, better privacy, more consistent safety</a:t>
            </a:r>
            <a:endParaRPr>
              <a:solidFill>
                <a:schemeClr val="dk1"/>
              </a:solidFill>
            </a:endParaRPr>
          </a:p>
          <a:p>
            <a:pPr indent="0" lvl="0" marL="0" rtl="0" algn="l">
              <a:spcBef>
                <a:spcPts val="0"/>
              </a:spcBef>
              <a:spcAft>
                <a:spcPts val="0"/>
              </a:spcAft>
              <a:buNone/>
            </a:pPr>
            <a:r>
              <a:rPr lang="en-GB">
                <a:solidFill>
                  <a:schemeClr val="dk1"/>
                </a:solidFill>
              </a:rPr>
              <a:t>→ </a:t>
            </a:r>
            <a:r>
              <a:rPr b="1" lang="en-GB">
                <a:solidFill>
                  <a:schemeClr val="dk1"/>
                </a:solidFill>
              </a:rPr>
              <a:t>Human Handoff</a:t>
            </a:r>
            <a:r>
              <a:rPr lang="en-GB">
                <a:solidFill>
                  <a:schemeClr val="dk1"/>
                </a:solidFill>
              </a:rPr>
              <a:t>: nurse/doctor inbox with structured summary</a:t>
            </a:r>
            <a:endParaRPr sz="1800">
              <a:solidFill>
                <a:schemeClr val="dk1"/>
              </a:solidFill>
              <a:latin typeface="Space Grotesk Medium"/>
              <a:ea typeface="Space Grotesk Medium"/>
              <a:cs typeface="Space Grotesk Medium"/>
              <a:sym typeface="Space Grotesk Medium"/>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bdeb8e6b0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bdeb8e6b0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6713eda331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6713eda331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grpSp>
        <p:nvGrpSpPr>
          <p:cNvPr id="18" name="Google Shape;18;p2"/>
          <p:cNvGrpSpPr/>
          <p:nvPr/>
        </p:nvGrpSpPr>
        <p:grpSpPr>
          <a:xfrm>
            <a:off x="2053112" y="1439498"/>
            <a:ext cx="5037789" cy="2264496"/>
            <a:chOff x="3257025" y="2420175"/>
            <a:chExt cx="414125" cy="186150"/>
          </a:xfrm>
        </p:grpSpPr>
        <p:sp>
          <p:nvSpPr>
            <p:cNvPr id="19" name="Google Shape;19;p2"/>
            <p:cNvSpPr/>
            <p:nvPr/>
          </p:nvSpPr>
          <p:spPr>
            <a:xfrm>
              <a:off x="3257025" y="2450150"/>
              <a:ext cx="141700" cy="128175"/>
            </a:xfrm>
            <a:custGeom>
              <a:rect b="b" l="l" r="r" t="t"/>
              <a:pathLst>
                <a:path extrusionOk="0" h="5127" w="5668">
                  <a:moveTo>
                    <a:pt x="5667" y="0"/>
                  </a:moveTo>
                  <a:lnTo>
                    <a:pt x="1" y="2043"/>
                  </a:lnTo>
                  <a:lnTo>
                    <a:pt x="1" y="3084"/>
                  </a:lnTo>
                  <a:lnTo>
                    <a:pt x="5667" y="5126"/>
                  </a:lnTo>
                  <a:lnTo>
                    <a:pt x="5667" y="4033"/>
                  </a:lnTo>
                  <a:lnTo>
                    <a:pt x="1411" y="2570"/>
                  </a:lnTo>
                  <a:lnTo>
                    <a:pt x="5667" y="1094"/>
                  </a:lnTo>
                  <a:lnTo>
                    <a:pt x="5667" y="0"/>
                  </a:ln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3422750" y="2420175"/>
              <a:ext cx="82700" cy="186150"/>
            </a:xfrm>
            <a:custGeom>
              <a:rect b="b" l="l" r="r" t="t"/>
              <a:pathLst>
                <a:path extrusionOk="0" h="7446" w="3308">
                  <a:moveTo>
                    <a:pt x="2319" y="0"/>
                  </a:moveTo>
                  <a:lnTo>
                    <a:pt x="0" y="7445"/>
                  </a:lnTo>
                  <a:lnTo>
                    <a:pt x="975" y="7445"/>
                  </a:lnTo>
                  <a:lnTo>
                    <a:pt x="3308" y="0"/>
                  </a:ln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3529150" y="2450150"/>
              <a:ext cx="142000" cy="128175"/>
            </a:xfrm>
            <a:custGeom>
              <a:rect b="b" l="l" r="r" t="t"/>
              <a:pathLst>
                <a:path extrusionOk="0" h="5127" w="5680">
                  <a:moveTo>
                    <a:pt x="0" y="0"/>
                  </a:moveTo>
                  <a:lnTo>
                    <a:pt x="0" y="1094"/>
                  </a:lnTo>
                  <a:lnTo>
                    <a:pt x="4270" y="2570"/>
                  </a:lnTo>
                  <a:lnTo>
                    <a:pt x="0" y="4033"/>
                  </a:lnTo>
                  <a:lnTo>
                    <a:pt x="0" y="5126"/>
                  </a:lnTo>
                  <a:lnTo>
                    <a:pt x="5680" y="3084"/>
                  </a:lnTo>
                  <a:lnTo>
                    <a:pt x="5680" y="2043"/>
                  </a:lnTo>
                  <a:lnTo>
                    <a:pt x="0" y="0"/>
                  </a:ln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 name="Google Shape;22;p2"/>
          <p:cNvSpPr txBox="1"/>
          <p:nvPr>
            <p:ph type="ctrTitle"/>
          </p:nvPr>
        </p:nvSpPr>
        <p:spPr>
          <a:xfrm>
            <a:off x="252000" y="1976400"/>
            <a:ext cx="8640000" cy="1191600"/>
          </a:xfrm>
          <a:prstGeom prst="rect">
            <a:avLst/>
          </a:prstGeom>
        </p:spPr>
        <p:txBody>
          <a:bodyPr anchorCtr="0" anchor="b" bIns="91425" lIns="0" spcFirstLastPara="1" rIns="0"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type="secHead">
  <p:cSld name="SECTION_HEADER">
    <p:spTree>
      <p:nvGrpSpPr>
        <p:cNvPr id="23" name="Shape 23"/>
        <p:cNvGrpSpPr/>
        <p:nvPr/>
      </p:nvGrpSpPr>
      <p:grpSpPr>
        <a:xfrm>
          <a:off x="0" y="0"/>
          <a:ext cx="0" cy="0"/>
          <a:chOff x="0" y="0"/>
          <a:chExt cx="0" cy="0"/>
        </a:xfrm>
      </p:grpSpPr>
      <p:sp>
        <p:nvSpPr>
          <p:cNvPr id="24" name="Google Shape;24;p3"/>
          <p:cNvSpPr txBox="1"/>
          <p:nvPr>
            <p:ph type="title"/>
          </p:nvPr>
        </p:nvSpPr>
        <p:spPr>
          <a:xfrm>
            <a:off x="752400" y="1018800"/>
            <a:ext cx="1407600" cy="594000"/>
          </a:xfrm>
          <a:prstGeom prst="rect">
            <a:avLst/>
          </a:prstGeom>
        </p:spPr>
        <p:txBody>
          <a:bodyPr anchorCtr="0" anchor="ctr" bIns="91425" lIns="0" spcFirstLastPara="1" rIns="0"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5" name="Google Shape;2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grpSp>
        <p:nvGrpSpPr>
          <p:cNvPr id="26" name="Google Shape;26;p3"/>
          <p:cNvGrpSpPr/>
          <p:nvPr/>
        </p:nvGrpSpPr>
        <p:grpSpPr>
          <a:xfrm>
            <a:off x="251861" y="2603939"/>
            <a:ext cx="2353866" cy="2353866"/>
            <a:chOff x="6565200" y="2522950"/>
            <a:chExt cx="770900" cy="770900"/>
          </a:xfrm>
        </p:grpSpPr>
        <p:sp>
          <p:nvSpPr>
            <p:cNvPr id="27" name="Google Shape;27;p3"/>
            <p:cNvSpPr/>
            <p:nvPr/>
          </p:nvSpPr>
          <p:spPr>
            <a:xfrm>
              <a:off x="6565200" y="2522950"/>
              <a:ext cx="770900" cy="770900"/>
            </a:xfrm>
            <a:custGeom>
              <a:rect b="b" l="l" r="r" t="t"/>
              <a:pathLst>
                <a:path extrusionOk="0" h="30836" w="30836">
                  <a:moveTo>
                    <a:pt x="17750" y="1345"/>
                  </a:moveTo>
                  <a:lnTo>
                    <a:pt x="17750" y="4560"/>
                  </a:lnTo>
                  <a:cubicBezTo>
                    <a:pt x="17750" y="4863"/>
                    <a:pt x="17948" y="5126"/>
                    <a:pt x="18251" y="5206"/>
                  </a:cubicBezTo>
                  <a:cubicBezTo>
                    <a:pt x="19081" y="5443"/>
                    <a:pt x="19885" y="5772"/>
                    <a:pt x="20636" y="6194"/>
                  </a:cubicBezTo>
                  <a:cubicBezTo>
                    <a:pt x="20740" y="6256"/>
                    <a:pt x="20854" y="6286"/>
                    <a:pt x="20967" y="6286"/>
                  </a:cubicBezTo>
                  <a:cubicBezTo>
                    <a:pt x="21141" y="6286"/>
                    <a:pt x="21312" y="6216"/>
                    <a:pt x="21440" y="6088"/>
                  </a:cubicBezTo>
                  <a:lnTo>
                    <a:pt x="23706" y="3822"/>
                  </a:lnTo>
                  <a:lnTo>
                    <a:pt x="27014" y="7116"/>
                  </a:lnTo>
                  <a:lnTo>
                    <a:pt x="24747" y="9383"/>
                  </a:lnTo>
                  <a:cubicBezTo>
                    <a:pt x="24537" y="9607"/>
                    <a:pt x="24484" y="9936"/>
                    <a:pt x="24642" y="10200"/>
                  </a:cubicBezTo>
                  <a:cubicBezTo>
                    <a:pt x="25064" y="10951"/>
                    <a:pt x="25393" y="11755"/>
                    <a:pt x="25630" y="12585"/>
                  </a:cubicBezTo>
                  <a:cubicBezTo>
                    <a:pt x="25709" y="12875"/>
                    <a:pt x="25973" y="13086"/>
                    <a:pt x="26276" y="13086"/>
                  </a:cubicBezTo>
                  <a:lnTo>
                    <a:pt x="29478" y="13086"/>
                  </a:lnTo>
                  <a:lnTo>
                    <a:pt x="29478" y="17750"/>
                  </a:lnTo>
                  <a:lnTo>
                    <a:pt x="26289" y="17750"/>
                  </a:lnTo>
                  <a:cubicBezTo>
                    <a:pt x="25986" y="17750"/>
                    <a:pt x="25709" y="17961"/>
                    <a:pt x="25630" y="18251"/>
                  </a:cubicBezTo>
                  <a:cubicBezTo>
                    <a:pt x="25406" y="19081"/>
                    <a:pt x="25064" y="19898"/>
                    <a:pt x="24642" y="20649"/>
                  </a:cubicBezTo>
                  <a:cubicBezTo>
                    <a:pt x="24497" y="20913"/>
                    <a:pt x="24537" y="21242"/>
                    <a:pt x="24761" y="21466"/>
                  </a:cubicBezTo>
                  <a:lnTo>
                    <a:pt x="27014" y="23720"/>
                  </a:lnTo>
                  <a:lnTo>
                    <a:pt x="23706" y="27014"/>
                  </a:lnTo>
                  <a:lnTo>
                    <a:pt x="21453" y="24761"/>
                  </a:lnTo>
                  <a:cubicBezTo>
                    <a:pt x="21326" y="24634"/>
                    <a:pt x="21157" y="24569"/>
                    <a:pt x="20984" y="24569"/>
                  </a:cubicBezTo>
                  <a:cubicBezTo>
                    <a:pt x="20870" y="24569"/>
                    <a:pt x="20754" y="24597"/>
                    <a:pt x="20649" y="24655"/>
                  </a:cubicBezTo>
                  <a:cubicBezTo>
                    <a:pt x="19885" y="25090"/>
                    <a:pt x="19081" y="25419"/>
                    <a:pt x="18251" y="25657"/>
                  </a:cubicBezTo>
                  <a:cubicBezTo>
                    <a:pt x="17948" y="25736"/>
                    <a:pt x="17750" y="25999"/>
                    <a:pt x="17750" y="26302"/>
                  </a:cubicBezTo>
                  <a:lnTo>
                    <a:pt x="17750" y="29491"/>
                  </a:lnTo>
                  <a:lnTo>
                    <a:pt x="13086" y="29491"/>
                  </a:lnTo>
                  <a:lnTo>
                    <a:pt x="13086" y="26302"/>
                  </a:lnTo>
                  <a:cubicBezTo>
                    <a:pt x="13086" y="25999"/>
                    <a:pt x="12875" y="25736"/>
                    <a:pt x="12585" y="25657"/>
                  </a:cubicBezTo>
                  <a:cubicBezTo>
                    <a:pt x="11741" y="25419"/>
                    <a:pt x="10938" y="25090"/>
                    <a:pt x="10187" y="24655"/>
                  </a:cubicBezTo>
                  <a:cubicBezTo>
                    <a:pt x="10081" y="24597"/>
                    <a:pt x="9964" y="24569"/>
                    <a:pt x="9847" y="24569"/>
                  </a:cubicBezTo>
                  <a:cubicBezTo>
                    <a:pt x="9671" y="24569"/>
                    <a:pt x="9496" y="24634"/>
                    <a:pt x="9370" y="24761"/>
                  </a:cubicBezTo>
                  <a:lnTo>
                    <a:pt x="7116" y="27014"/>
                  </a:lnTo>
                  <a:lnTo>
                    <a:pt x="3809" y="23720"/>
                  </a:lnTo>
                  <a:lnTo>
                    <a:pt x="6075" y="21466"/>
                  </a:lnTo>
                  <a:cubicBezTo>
                    <a:pt x="6286" y="21242"/>
                    <a:pt x="6326" y="20913"/>
                    <a:pt x="6181" y="20649"/>
                  </a:cubicBezTo>
                  <a:cubicBezTo>
                    <a:pt x="5759" y="19898"/>
                    <a:pt x="5416" y="19081"/>
                    <a:pt x="5192" y="18251"/>
                  </a:cubicBezTo>
                  <a:cubicBezTo>
                    <a:pt x="5113" y="17961"/>
                    <a:pt x="4850" y="17750"/>
                    <a:pt x="4533" y="17750"/>
                  </a:cubicBezTo>
                  <a:lnTo>
                    <a:pt x="1345" y="17750"/>
                  </a:lnTo>
                  <a:lnTo>
                    <a:pt x="1345" y="13086"/>
                  </a:lnTo>
                  <a:lnTo>
                    <a:pt x="4547" y="13086"/>
                  </a:lnTo>
                  <a:cubicBezTo>
                    <a:pt x="4850" y="13086"/>
                    <a:pt x="5113" y="12875"/>
                    <a:pt x="5192" y="12585"/>
                  </a:cubicBezTo>
                  <a:cubicBezTo>
                    <a:pt x="5430" y="11755"/>
                    <a:pt x="5759" y="10951"/>
                    <a:pt x="6194" y="10200"/>
                  </a:cubicBezTo>
                  <a:cubicBezTo>
                    <a:pt x="6339" y="9936"/>
                    <a:pt x="6299" y="9607"/>
                    <a:pt x="6075" y="9383"/>
                  </a:cubicBezTo>
                  <a:lnTo>
                    <a:pt x="3809" y="7116"/>
                  </a:lnTo>
                  <a:lnTo>
                    <a:pt x="7116" y="3822"/>
                  </a:lnTo>
                  <a:lnTo>
                    <a:pt x="9383" y="6088"/>
                  </a:lnTo>
                  <a:cubicBezTo>
                    <a:pt x="9518" y="6216"/>
                    <a:pt x="9693" y="6286"/>
                    <a:pt x="9868" y="6286"/>
                  </a:cubicBezTo>
                  <a:cubicBezTo>
                    <a:pt x="9982" y="6286"/>
                    <a:pt x="10096" y="6256"/>
                    <a:pt x="10200" y="6194"/>
                  </a:cubicBezTo>
                  <a:cubicBezTo>
                    <a:pt x="10951" y="5772"/>
                    <a:pt x="11755" y="5443"/>
                    <a:pt x="12585" y="5206"/>
                  </a:cubicBezTo>
                  <a:cubicBezTo>
                    <a:pt x="12875" y="5126"/>
                    <a:pt x="13086" y="4863"/>
                    <a:pt x="13086" y="4560"/>
                  </a:cubicBezTo>
                  <a:lnTo>
                    <a:pt x="13086" y="1345"/>
                  </a:lnTo>
                  <a:close/>
                  <a:moveTo>
                    <a:pt x="12400" y="1"/>
                  </a:moveTo>
                  <a:cubicBezTo>
                    <a:pt x="12031" y="1"/>
                    <a:pt x="11728" y="304"/>
                    <a:pt x="11728" y="673"/>
                  </a:cubicBezTo>
                  <a:lnTo>
                    <a:pt x="11728" y="4059"/>
                  </a:lnTo>
                  <a:cubicBezTo>
                    <a:pt x="11135" y="4257"/>
                    <a:pt x="10542" y="4494"/>
                    <a:pt x="9989" y="4784"/>
                  </a:cubicBezTo>
                  <a:lnTo>
                    <a:pt x="7591" y="2386"/>
                  </a:lnTo>
                  <a:cubicBezTo>
                    <a:pt x="7459" y="2254"/>
                    <a:pt x="7288" y="2188"/>
                    <a:pt x="7116" y="2188"/>
                  </a:cubicBezTo>
                  <a:cubicBezTo>
                    <a:pt x="6945" y="2188"/>
                    <a:pt x="6774" y="2254"/>
                    <a:pt x="6642" y="2386"/>
                  </a:cubicBezTo>
                  <a:lnTo>
                    <a:pt x="2386" y="6642"/>
                  </a:lnTo>
                  <a:cubicBezTo>
                    <a:pt x="2122" y="6905"/>
                    <a:pt x="2122" y="7340"/>
                    <a:pt x="2386" y="7604"/>
                  </a:cubicBezTo>
                  <a:lnTo>
                    <a:pt x="4771" y="9989"/>
                  </a:lnTo>
                  <a:cubicBezTo>
                    <a:pt x="4481" y="10555"/>
                    <a:pt x="4244" y="11135"/>
                    <a:pt x="4046" y="11728"/>
                  </a:cubicBezTo>
                  <a:lnTo>
                    <a:pt x="673" y="11728"/>
                  </a:lnTo>
                  <a:cubicBezTo>
                    <a:pt x="290" y="11728"/>
                    <a:pt x="0" y="12031"/>
                    <a:pt x="0" y="12413"/>
                  </a:cubicBezTo>
                  <a:lnTo>
                    <a:pt x="0" y="18435"/>
                  </a:lnTo>
                  <a:cubicBezTo>
                    <a:pt x="0" y="18804"/>
                    <a:pt x="304" y="19108"/>
                    <a:pt x="673" y="19108"/>
                  </a:cubicBezTo>
                  <a:lnTo>
                    <a:pt x="4033" y="19108"/>
                  </a:lnTo>
                  <a:cubicBezTo>
                    <a:pt x="4230" y="19714"/>
                    <a:pt x="4468" y="20293"/>
                    <a:pt x="4757" y="20860"/>
                  </a:cubicBezTo>
                  <a:lnTo>
                    <a:pt x="2386" y="23245"/>
                  </a:lnTo>
                  <a:cubicBezTo>
                    <a:pt x="2122" y="23509"/>
                    <a:pt x="2122" y="23930"/>
                    <a:pt x="2386" y="24194"/>
                  </a:cubicBezTo>
                  <a:lnTo>
                    <a:pt x="6642" y="28450"/>
                  </a:lnTo>
                  <a:cubicBezTo>
                    <a:pt x="6774" y="28582"/>
                    <a:pt x="6945" y="28648"/>
                    <a:pt x="7116" y="28648"/>
                  </a:cubicBezTo>
                  <a:cubicBezTo>
                    <a:pt x="7288" y="28648"/>
                    <a:pt x="7459" y="28582"/>
                    <a:pt x="7591" y="28450"/>
                  </a:cubicBezTo>
                  <a:lnTo>
                    <a:pt x="9976" y="26078"/>
                  </a:lnTo>
                  <a:cubicBezTo>
                    <a:pt x="10529" y="26368"/>
                    <a:pt x="11122" y="26605"/>
                    <a:pt x="11728" y="26803"/>
                  </a:cubicBezTo>
                  <a:lnTo>
                    <a:pt x="11728" y="30163"/>
                  </a:lnTo>
                  <a:cubicBezTo>
                    <a:pt x="11728" y="30532"/>
                    <a:pt x="12031" y="30835"/>
                    <a:pt x="12400" y="30835"/>
                  </a:cubicBezTo>
                  <a:lnTo>
                    <a:pt x="18422" y="30835"/>
                  </a:lnTo>
                  <a:cubicBezTo>
                    <a:pt x="18804" y="30835"/>
                    <a:pt x="19094" y="30532"/>
                    <a:pt x="19094" y="30163"/>
                  </a:cubicBezTo>
                  <a:lnTo>
                    <a:pt x="19094" y="26803"/>
                  </a:lnTo>
                  <a:cubicBezTo>
                    <a:pt x="19701" y="26605"/>
                    <a:pt x="20294" y="26368"/>
                    <a:pt x="20860" y="26078"/>
                  </a:cubicBezTo>
                  <a:lnTo>
                    <a:pt x="23232" y="28450"/>
                  </a:lnTo>
                  <a:cubicBezTo>
                    <a:pt x="23364" y="28582"/>
                    <a:pt x="23535" y="28648"/>
                    <a:pt x="23706" y="28648"/>
                  </a:cubicBezTo>
                  <a:cubicBezTo>
                    <a:pt x="23891" y="28648"/>
                    <a:pt x="24062" y="28582"/>
                    <a:pt x="24181" y="28450"/>
                  </a:cubicBezTo>
                  <a:lnTo>
                    <a:pt x="28450" y="24194"/>
                  </a:lnTo>
                  <a:cubicBezTo>
                    <a:pt x="28714" y="23930"/>
                    <a:pt x="28714" y="23496"/>
                    <a:pt x="28450" y="23232"/>
                  </a:cubicBezTo>
                  <a:lnTo>
                    <a:pt x="26065" y="20860"/>
                  </a:lnTo>
                  <a:cubicBezTo>
                    <a:pt x="26355" y="20293"/>
                    <a:pt x="26605" y="19714"/>
                    <a:pt x="26790" y="19108"/>
                  </a:cubicBezTo>
                  <a:lnTo>
                    <a:pt x="30163" y="19108"/>
                  </a:lnTo>
                  <a:cubicBezTo>
                    <a:pt x="30532" y="19108"/>
                    <a:pt x="30835" y="18804"/>
                    <a:pt x="30835" y="18435"/>
                  </a:cubicBezTo>
                  <a:lnTo>
                    <a:pt x="30835" y="12413"/>
                  </a:lnTo>
                  <a:cubicBezTo>
                    <a:pt x="30835" y="12031"/>
                    <a:pt x="30532" y="11728"/>
                    <a:pt x="30163" y="11728"/>
                  </a:cubicBezTo>
                  <a:lnTo>
                    <a:pt x="26790" y="11728"/>
                  </a:lnTo>
                  <a:cubicBezTo>
                    <a:pt x="26592" y="11135"/>
                    <a:pt x="26342" y="10555"/>
                    <a:pt x="26065" y="9989"/>
                  </a:cubicBezTo>
                  <a:lnTo>
                    <a:pt x="28450" y="7604"/>
                  </a:lnTo>
                  <a:cubicBezTo>
                    <a:pt x="28569" y="7472"/>
                    <a:pt x="28648" y="7301"/>
                    <a:pt x="28648" y="7129"/>
                  </a:cubicBezTo>
                  <a:cubicBezTo>
                    <a:pt x="28648" y="6945"/>
                    <a:pt x="28569" y="6774"/>
                    <a:pt x="28450" y="6642"/>
                  </a:cubicBezTo>
                  <a:lnTo>
                    <a:pt x="24194" y="2386"/>
                  </a:lnTo>
                  <a:cubicBezTo>
                    <a:pt x="24062" y="2254"/>
                    <a:pt x="23888" y="2188"/>
                    <a:pt x="23713" y="2188"/>
                  </a:cubicBezTo>
                  <a:cubicBezTo>
                    <a:pt x="23538" y="2188"/>
                    <a:pt x="23364" y="2254"/>
                    <a:pt x="23232" y="2386"/>
                  </a:cubicBezTo>
                  <a:lnTo>
                    <a:pt x="20834" y="4784"/>
                  </a:lnTo>
                  <a:cubicBezTo>
                    <a:pt x="20280" y="4494"/>
                    <a:pt x="19701" y="4257"/>
                    <a:pt x="19094" y="4059"/>
                  </a:cubicBezTo>
                  <a:lnTo>
                    <a:pt x="19094" y="673"/>
                  </a:lnTo>
                  <a:cubicBezTo>
                    <a:pt x="19094" y="304"/>
                    <a:pt x="18791" y="1"/>
                    <a:pt x="18422" y="1"/>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6797775" y="2756175"/>
              <a:ext cx="305400" cy="305100"/>
            </a:xfrm>
            <a:custGeom>
              <a:rect b="b" l="l" r="r" t="t"/>
              <a:pathLst>
                <a:path extrusionOk="0" h="12204" w="12216">
                  <a:moveTo>
                    <a:pt x="6115" y="1345"/>
                  </a:moveTo>
                  <a:cubicBezTo>
                    <a:pt x="8737" y="1345"/>
                    <a:pt x="10859" y="3480"/>
                    <a:pt x="10859" y="6102"/>
                  </a:cubicBezTo>
                  <a:cubicBezTo>
                    <a:pt x="10859" y="8724"/>
                    <a:pt x="8737" y="10859"/>
                    <a:pt x="6115" y="10859"/>
                  </a:cubicBezTo>
                  <a:cubicBezTo>
                    <a:pt x="3493" y="10859"/>
                    <a:pt x="1358" y="8724"/>
                    <a:pt x="1358" y="6102"/>
                  </a:cubicBezTo>
                  <a:cubicBezTo>
                    <a:pt x="1358" y="3480"/>
                    <a:pt x="3493" y="1345"/>
                    <a:pt x="6115" y="1345"/>
                  </a:cubicBezTo>
                  <a:close/>
                  <a:moveTo>
                    <a:pt x="6115" y="1"/>
                  </a:moveTo>
                  <a:cubicBezTo>
                    <a:pt x="2742" y="1"/>
                    <a:pt x="1" y="2742"/>
                    <a:pt x="1" y="6102"/>
                  </a:cubicBezTo>
                  <a:cubicBezTo>
                    <a:pt x="1" y="9462"/>
                    <a:pt x="2742" y="12203"/>
                    <a:pt x="6115" y="12203"/>
                  </a:cubicBezTo>
                  <a:cubicBezTo>
                    <a:pt x="9475" y="12203"/>
                    <a:pt x="12216" y="9462"/>
                    <a:pt x="12216" y="6102"/>
                  </a:cubicBezTo>
                  <a:cubicBezTo>
                    <a:pt x="12216" y="2742"/>
                    <a:pt x="9475" y="1"/>
                    <a:pt x="6115" y="1"/>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 name="Google Shape;29;p3"/>
          <p:cNvSpPr txBox="1"/>
          <p:nvPr>
            <p:ph idx="2" type="title"/>
          </p:nvPr>
        </p:nvSpPr>
        <p:spPr>
          <a:xfrm>
            <a:off x="4856400" y="1018800"/>
            <a:ext cx="1476000" cy="594000"/>
          </a:xfrm>
          <a:prstGeom prst="rect">
            <a:avLst/>
          </a:prstGeom>
        </p:spPr>
        <p:txBody>
          <a:bodyPr anchorCtr="0" anchor="ctr" bIns="91425" lIns="0" spcFirstLastPara="1" rIns="0" wrap="square" tIns="91425">
            <a:norm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0" name="Google Shape;30;p3"/>
          <p:cNvSpPr txBox="1"/>
          <p:nvPr>
            <p:ph idx="3" type="title"/>
          </p:nvPr>
        </p:nvSpPr>
        <p:spPr>
          <a:xfrm>
            <a:off x="7916400" y="1072800"/>
            <a:ext cx="374400" cy="486000"/>
          </a:xfrm>
          <a:prstGeom prst="rect">
            <a:avLst/>
          </a:prstGeom>
        </p:spPr>
        <p:txBody>
          <a:bodyPr anchorCtr="0" anchor="ctr" bIns="91425" lIns="0" spcFirstLastPara="1" rIns="0" wrap="square" tIns="91425">
            <a:norm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1" name="Google Shape;31;p3"/>
          <p:cNvCxnSpPr/>
          <p:nvPr/>
        </p:nvCxnSpPr>
        <p:spPr>
          <a:xfrm>
            <a:off x="6329900" y="1315325"/>
            <a:ext cx="1479300" cy="0"/>
          </a:xfrm>
          <a:prstGeom prst="straightConnector1">
            <a:avLst/>
          </a:prstGeom>
          <a:noFill/>
          <a:ln cap="flat" cmpd="sng" w="19050">
            <a:solidFill>
              <a:srgbClr val="FFFFFF"/>
            </a:solidFill>
            <a:prstDash val="solid"/>
            <a:round/>
            <a:headEnd len="med" w="med" type="none"/>
            <a:tailEnd len="med" w="med" type="none"/>
          </a:ln>
        </p:spPr>
      </p:cxnSp>
      <p:sp>
        <p:nvSpPr>
          <p:cNvPr id="32" name="Google Shape;32;p3"/>
          <p:cNvSpPr txBox="1"/>
          <p:nvPr>
            <p:ph idx="1" type="subTitle"/>
          </p:nvPr>
        </p:nvSpPr>
        <p:spPr>
          <a:xfrm>
            <a:off x="4856400" y="1378800"/>
            <a:ext cx="2066400" cy="536400"/>
          </a:xfrm>
          <a:prstGeom prst="rect">
            <a:avLst/>
          </a:prstGeom>
        </p:spPr>
        <p:txBody>
          <a:bodyPr anchorCtr="0" anchor="ctr" bIns="91425" lIns="0" spcFirstLastPara="1" rIns="0" wrap="square" tIns="91425">
            <a:normAutofit/>
          </a:bodyPr>
          <a:lstStyle>
            <a:lvl1pPr lvl="0" rtl="0">
              <a:lnSpc>
                <a:spcPct val="100000"/>
              </a:lnSpc>
              <a:spcBef>
                <a:spcPts val="0"/>
              </a:spcBef>
              <a:spcAft>
                <a:spcPts val="0"/>
              </a:spcAft>
              <a:buSzPts val="1200"/>
              <a:buNone/>
              <a:defRPr sz="12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33" name="Google Shape;33;p3"/>
          <p:cNvSpPr txBox="1"/>
          <p:nvPr>
            <p:ph idx="4" type="title"/>
          </p:nvPr>
        </p:nvSpPr>
        <p:spPr>
          <a:xfrm>
            <a:off x="4856400" y="1836000"/>
            <a:ext cx="1476000" cy="594000"/>
          </a:xfrm>
          <a:prstGeom prst="rect">
            <a:avLst/>
          </a:prstGeom>
        </p:spPr>
        <p:txBody>
          <a:bodyPr anchorCtr="0" anchor="ctr" bIns="91425" lIns="0" spcFirstLastPara="1" rIns="0" wrap="square" tIns="91425">
            <a:norm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4" name="Google Shape;34;p3"/>
          <p:cNvSpPr txBox="1"/>
          <p:nvPr>
            <p:ph idx="5" type="title"/>
          </p:nvPr>
        </p:nvSpPr>
        <p:spPr>
          <a:xfrm>
            <a:off x="7916400" y="1890000"/>
            <a:ext cx="374400" cy="486000"/>
          </a:xfrm>
          <a:prstGeom prst="rect">
            <a:avLst/>
          </a:prstGeom>
        </p:spPr>
        <p:txBody>
          <a:bodyPr anchorCtr="0" anchor="ctr" bIns="91425" lIns="0" spcFirstLastPara="1" rIns="0" wrap="square" tIns="91425">
            <a:norm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5" name="Google Shape;35;p3"/>
          <p:cNvCxnSpPr/>
          <p:nvPr/>
        </p:nvCxnSpPr>
        <p:spPr>
          <a:xfrm>
            <a:off x="6329900" y="2132525"/>
            <a:ext cx="1479300" cy="0"/>
          </a:xfrm>
          <a:prstGeom prst="straightConnector1">
            <a:avLst/>
          </a:prstGeom>
          <a:noFill/>
          <a:ln cap="flat" cmpd="sng" w="19050">
            <a:solidFill>
              <a:srgbClr val="FFFFFF"/>
            </a:solidFill>
            <a:prstDash val="solid"/>
            <a:round/>
            <a:headEnd len="med" w="med" type="none"/>
            <a:tailEnd len="med" w="med" type="none"/>
          </a:ln>
        </p:spPr>
      </p:cxnSp>
      <p:sp>
        <p:nvSpPr>
          <p:cNvPr id="36" name="Google Shape;36;p3"/>
          <p:cNvSpPr txBox="1"/>
          <p:nvPr>
            <p:ph idx="6" type="subTitle"/>
          </p:nvPr>
        </p:nvSpPr>
        <p:spPr>
          <a:xfrm>
            <a:off x="4856400" y="2196000"/>
            <a:ext cx="2066400" cy="536400"/>
          </a:xfrm>
          <a:prstGeom prst="rect">
            <a:avLst/>
          </a:prstGeom>
        </p:spPr>
        <p:txBody>
          <a:bodyPr anchorCtr="0" anchor="ctr" bIns="91425" lIns="0" spcFirstLastPara="1" rIns="0" wrap="square" tIns="91425">
            <a:normAutofit/>
          </a:bodyPr>
          <a:lstStyle>
            <a:lvl1pPr lvl="0" rtl="0">
              <a:lnSpc>
                <a:spcPct val="100000"/>
              </a:lnSpc>
              <a:spcBef>
                <a:spcPts val="0"/>
              </a:spcBef>
              <a:spcAft>
                <a:spcPts val="0"/>
              </a:spcAft>
              <a:buSzPts val="1200"/>
              <a:buNone/>
              <a:defRPr sz="12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37" name="Google Shape;37;p3"/>
          <p:cNvSpPr txBox="1"/>
          <p:nvPr>
            <p:ph idx="7" type="title"/>
          </p:nvPr>
        </p:nvSpPr>
        <p:spPr>
          <a:xfrm>
            <a:off x="4856400" y="2714400"/>
            <a:ext cx="1476000" cy="594000"/>
          </a:xfrm>
          <a:prstGeom prst="rect">
            <a:avLst/>
          </a:prstGeom>
        </p:spPr>
        <p:txBody>
          <a:bodyPr anchorCtr="0" anchor="ctr" bIns="91425" lIns="0" spcFirstLastPara="1" rIns="0" wrap="square" tIns="91425">
            <a:norm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8" name="Google Shape;38;p3"/>
          <p:cNvSpPr txBox="1"/>
          <p:nvPr>
            <p:ph idx="8" type="title"/>
          </p:nvPr>
        </p:nvSpPr>
        <p:spPr>
          <a:xfrm>
            <a:off x="7916400" y="2768400"/>
            <a:ext cx="374400" cy="486000"/>
          </a:xfrm>
          <a:prstGeom prst="rect">
            <a:avLst/>
          </a:prstGeom>
        </p:spPr>
        <p:txBody>
          <a:bodyPr anchorCtr="0" anchor="ctr" bIns="91425" lIns="0" spcFirstLastPara="1" rIns="0" wrap="square" tIns="91425">
            <a:norm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39" name="Google Shape;39;p3"/>
          <p:cNvCxnSpPr/>
          <p:nvPr/>
        </p:nvCxnSpPr>
        <p:spPr>
          <a:xfrm>
            <a:off x="6329900" y="3010925"/>
            <a:ext cx="1479300" cy="0"/>
          </a:xfrm>
          <a:prstGeom prst="straightConnector1">
            <a:avLst/>
          </a:prstGeom>
          <a:noFill/>
          <a:ln cap="flat" cmpd="sng" w="19050">
            <a:solidFill>
              <a:srgbClr val="FFFFFF"/>
            </a:solidFill>
            <a:prstDash val="solid"/>
            <a:round/>
            <a:headEnd len="med" w="med" type="none"/>
            <a:tailEnd len="med" w="med" type="none"/>
          </a:ln>
        </p:spPr>
      </p:cxnSp>
      <p:sp>
        <p:nvSpPr>
          <p:cNvPr id="40" name="Google Shape;40;p3"/>
          <p:cNvSpPr txBox="1"/>
          <p:nvPr>
            <p:ph idx="9" type="subTitle"/>
          </p:nvPr>
        </p:nvSpPr>
        <p:spPr>
          <a:xfrm>
            <a:off x="4856400" y="3074400"/>
            <a:ext cx="2066400" cy="536400"/>
          </a:xfrm>
          <a:prstGeom prst="rect">
            <a:avLst/>
          </a:prstGeom>
        </p:spPr>
        <p:txBody>
          <a:bodyPr anchorCtr="0" anchor="ctr" bIns="91425" lIns="0" spcFirstLastPara="1" rIns="0" wrap="square" tIns="91425">
            <a:normAutofit/>
          </a:bodyPr>
          <a:lstStyle>
            <a:lvl1pPr lvl="0" rtl="0">
              <a:lnSpc>
                <a:spcPct val="100000"/>
              </a:lnSpc>
              <a:spcBef>
                <a:spcPts val="0"/>
              </a:spcBef>
              <a:spcAft>
                <a:spcPts val="0"/>
              </a:spcAft>
              <a:buSzPts val="1200"/>
              <a:buNone/>
              <a:defRPr sz="12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41" name="Google Shape;41;p3"/>
          <p:cNvSpPr txBox="1"/>
          <p:nvPr>
            <p:ph idx="13" type="title"/>
          </p:nvPr>
        </p:nvSpPr>
        <p:spPr>
          <a:xfrm>
            <a:off x="4856400" y="3589200"/>
            <a:ext cx="1476000" cy="594000"/>
          </a:xfrm>
          <a:prstGeom prst="rect">
            <a:avLst/>
          </a:prstGeom>
        </p:spPr>
        <p:txBody>
          <a:bodyPr anchorCtr="0" anchor="ctr" bIns="91425" lIns="0" spcFirstLastPara="1" rIns="0" wrap="square" tIns="91425">
            <a:norm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42" name="Google Shape;42;p3"/>
          <p:cNvSpPr txBox="1"/>
          <p:nvPr>
            <p:ph idx="14" type="title"/>
          </p:nvPr>
        </p:nvSpPr>
        <p:spPr>
          <a:xfrm>
            <a:off x="7916400" y="3643200"/>
            <a:ext cx="374400" cy="486000"/>
          </a:xfrm>
          <a:prstGeom prst="rect">
            <a:avLst/>
          </a:prstGeom>
        </p:spPr>
        <p:txBody>
          <a:bodyPr anchorCtr="0" anchor="ctr" bIns="91425" lIns="0" spcFirstLastPara="1" rIns="0" wrap="square" tIns="91425">
            <a:norm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cxnSp>
        <p:nvCxnSpPr>
          <p:cNvPr id="43" name="Google Shape;43;p3"/>
          <p:cNvCxnSpPr/>
          <p:nvPr/>
        </p:nvCxnSpPr>
        <p:spPr>
          <a:xfrm>
            <a:off x="6329900" y="3885725"/>
            <a:ext cx="1479300" cy="0"/>
          </a:xfrm>
          <a:prstGeom prst="straightConnector1">
            <a:avLst/>
          </a:prstGeom>
          <a:noFill/>
          <a:ln cap="flat" cmpd="sng" w="19050">
            <a:solidFill>
              <a:srgbClr val="FFFFFF"/>
            </a:solidFill>
            <a:prstDash val="solid"/>
            <a:round/>
            <a:headEnd len="med" w="med" type="none"/>
            <a:tailEnd len="med" w="med" type="none"/>
          </a:ln>
        </p:spPr>
      </p:cxnSp>
      <p:sp>
        <p:nvSpPr>
          <p:cNvPr id="44" name="Google Shape;44;p3"/>
          <p:cNvSpPr txBox="1"/>
          <p:nvPr>
            <p:ph idx="15" type="subTitle"/>
          </p:nvPr>
        </p:nvSpPr>
        <p:spPr>
          <a:xfrm>
            <a:off x="4856400" y="3949200"/>
            <a:ext cx="2066400" cy="536400"/>
          </a:xfrm>
          <a:prstGeom prst="rect">
            <a:avLst/>
          </a:prstGeom>
        </p:spPr>
        <p:txBody>
          <a:bodyPr anchorCtr="0" anchor="ctr" bIns="91425" lIns="0" spcFirstLastPara="1" rIns="0" wrap="square" tIns="91425">
            <a:normAutofit/>
          </a:bodyPr>
          <a:lstStyle>
            <a:lvl1pPr lvl="0" rtl="0">
              <a:lnSpc>
                <a:spcPct val="100000"/>
              </a:lnSpc>
              <a:spcBef>
                <a:spcPts val="0"/>
              </a:spcBef>
              <a:spcAft>
                <a:spcPts val="0"/>
              </a:spcAft>
              <a:buSzPts val="1200"/>
              <a:buNone/>
              <a:defRPr sz="12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Slide" type="tx">
  <p:cSld name="TITLE_AND_BODY">
    <p:spTree>
      <p:nvGrpSpPr>
        <p:cNvPr id="45" name="Shape 45"/>
        <p:cNvGrpSpPr/>
        <p:nvPr/>
      </p:nvGrpSpPr>
      <p:grpSpPr>
        <a:xfrm>
          <a:off x="0" y="0"/>
          <a:ext cx="0" cy="0"/>
          <a:chOff x="0" y="0"/>
          <a:chExt cx="0" cy="0"/>
        </a:xfrm>
      </p:grpSpPr>
      <p:sp>
        <p:nvSpPr>
          <p:cNvPr id="46" name="Google Shape;46;p4"/>
          <p:cNvSpPr txBox="1"/>
          <p:nvPr>
            <p:ph type="title"/>
          </p:nvPr>
        </p:nvSpPr>
        <p:spPr>
          <a:xfrm>
            <a:off x="752400" y="1738800"/>
            <a:ext cx="2700000" cy="594000"/>
          </a:xfrm>
          <a:prstGeom prst="rect">
            <a:avLst/>
          </a:prstGeom>
        </p:spPr>
        <p:txBody>
          <a:bodyPr anchorCtr="0" anchor="ctr" bIns="91425" lIns="0" spcFirstLastPara="1" rIns="0"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 name="Google Shape;47;p4"/>
          <p:cNvSpPr txBox="1"/>
          <p:nvPr>
            <p:ph idx="1" type="body"/>
          </p:nvPr>
        </p:nvSpPr>
        <p:spPr>
          <a:xfrm>
            <a:off x="752400" y="2214000"/>
            <a:ext cx="2700000" cy="1191600"/>
          </a:xfrm>
          <a:prstGeom prst="rect">
            <a:avLst/>
          </a:prstGeom>
        </p:spPr>
        <p:txBody>
          <a:bodyPr anchorCtr="0" anchor="ctr" bIns="91425" lIns="0" spcFirstLastPara="1" rIns="0"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8" name="Google Shape;48;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49" name="Google Shape;49;p4"/>
          <p:cNvSpPr/>
          <p:nvPr/>
        </p:nvSpPr>
        <p:spPr>
          <a:xfrm>
            <a:off x="4880700" y="1563124"/>
            <a:ext cx="2493016" cy="2492851"/>
          </a:xfrm>
          <a:custGeom>
            <a:rect b="b" l="l" r="r" t="t"/>
            <a:pathLst>
              <a:path extrusionOk="0" h="42207" w="42208">
                <a:moveTo>
                  <a:pt x="20057" y="2148"/>
                </a:moveTo>
                <a:lnTo>
                  <a:pt x="20057" y="7616"/>
                </a:lnTo>
                <a:cubicBezTo>
                  <a:pt x="17421" y="7669"/>
                  <a:pt x="14641" y="7985"/>
                  <a:pt x="11729" y="8671"/>
                </a:cubicBezTo>
                <a:cubicBezTo>
                  <a:pt x="12322" y="6971"/>
                  <a:pt x="13046" y="5245"/>
                  <a:pt x="13942" y="3505"/>
                </a:cubicBezTo>
                <a:cubicBezTo>
                  <a:pt x="15840" y="2728"/>
                  <a:pt x="17909" y="2266"/>
                  <a:pt x="20057" y="2148"/>
                </a:cubicBezTo>
                <a:close/>
                <a:moveTo>
                  <a:pt x="22152" y="2148"/>
                </a:moveTo>
                <a:cubicBezTo>
                  <a:pt x="24300" y="2266"/>
                  <a:pt x="26355" y="2728"/>
                  <a:pt x="28266" y="3505"/>
                </a:cubicBezTo>
                <a:cubicBezTo>
                  <a:pt x="29162" y="5271"/>
                  <a:pt x="29900" y="7023"/>
                  <a:pt x="30493" y="8750"/>
                </a:cubicBezTo>
                <a:cubicBezTo>
                  <a:pt x="28055" y="8170"/>
                  <a:pt x="25235" y="7735"/>
                  <a:pt x="22152" y="7643"/>
                </a:cubicBezTo>
                <a:lnTo>
                  <a:pt x="22152" y="2148"/>
                </a:lnTo>
                <a:close/>
                <a:moveTo>
                  <a:pt x="31323" y="5100"/>
                </a:moveTo>
                <a:cubicBezTo>
                  <a:pt x="33642" y="6589"/>
                  <a:pt x="35606" y="8552"/>
                  <a:pt x="37095" y="10871"/>
                </a:cubicBezTo>
                <a:cubicBezTo>
                  <a:pt x="35975" y="10397"/>
                  <a:pt x="34565" y="9883"/>
                  <a:pt x="32904" y="9382"/>
                </a:cubicBezTo>
                <a:cubicBezTo>
                  <a:pt x="32470" y="7972"/>
                  <a:pt x="31943" y="6549"/>
                  <a:pt x="31323" y="5100"/>
                </a:cubicBezTo>
                <a:close/>
                <a:moveTo>
                  <a:pt x="10872" y="5100"/>
                </a:moveTo>
                <a:lnTo>
                  <a:pt x="10872" y="5100"/>
                </a:lnTo>
                <a:cubicBezTo>
                  <a:pt x="10266" y="6523"/>
                  <a:pt x="9739" y="7933"/>
                  <a:pt x="9317" y="9316"/>
                </a:cubicBezTo>
                <a:cubicBezTo>
                  <a:pt x="7933" y="9751"/>
                  <a:pt x="6523" y="10265"/>
                  <a:pt x="5100" y="10884"/>
                </a:cubicBezTo>
                <a:cubicBezTo>
                  <a:pt x="6589" y="8565"/>
                  <a:pt x="8553" y="6589"/>
                  <a:pt x="10872" y="5100"/>
                </a:cubicBezTo>
                <a:close/>
                <a:moveTo>
                  <a:pt x="8671" y="11741"/>
                </a:moveTo>
                <a:lnTo>
                  <a:pt x="8671" y="11741"/>
                </a:lnTo>
                <a:cubicBezTo>
                  <a:pt x="7986" y="14640"/>
                  <a:pt x="7670" y="17434"/>
                  <a:pt x="7617" y="20056"/>
                </a:cubicBezTo>
                <a:lnTo>
                  <a:pt x="2149" y="20056"/>
                </a:lnTo>
                <a:cubicBezTo>
                  <a:pt x="2267" y="17908"/>
                  <a:pt x="2728" y="15852"/>
                  <a:pt x="3506" y="13942"/>
                </a:cubicBezTo>
                <a:cubicBezTo>
                  <a:pt x="5245" y="13045"/>
                  <a:pt x="6972" y="12321"/>
                  <a:pt x="8671" y="11741"/>
                </a:cubicBezTo>
                <a:close/>
                <a:moveTo>
                  <a:pt x="20057" y="9712"/>
                </a:moveTo>
                <a:lnTo>
                  <a:pt x="20057" y="20056"/>
                </a:lnTo>
                <a:lnTo>
                  <a:pt x="9699" y="20056"/>
                </a:lnTo>
                <a:cubicBezTo>
                  <a:pt x="9765" y="17223"/>
                  <a:pt x="10160" y="14179"/>
                  <a:pt x="11017" y="11016"/>
                </a:cubicBezTo>
                <a:cubicBezTo>
                  <a:pt x="14180" y="10160"/>
                  <a:pt x="17223" y="9778"/>
                  <a:pt x="20057" y="9712"/>
                </a:cubicBezTo>
                <a:close/>
                <a:moveTo>
                  <a:pt x="22152" y="9725"/>
                </a:moveTo>
                <a:cubicBezTo>
                  <a:pt x="25578" y="9843"/>
                  <a:pt x="28648" y="10397"/>
                  <a:pt x="31205" y="11069"/>
                </a:cubicBezTo>
                <a:cubicBezTo>
                  <a:pt x="32048" y="14218"/>
                  <a:pt x="32430" y="17236"/>
                  <a:pt x="32496" y="20056"/>
                </a:cubicBezTo>
                <a:lnTo>
                  <a:pt x="22152" y="20056"/>
                </a:lnTo>
                <a:lnTo>
                  <a:pt x="22152" y="9725"/>
                </a:lnTo>
                <a:close/>
                <a:moveTo>
                  <a:pt x="33537" y="11767"/>
                </a:moveTo>
                <a:cubicBezTo>
                  <a:pt x="36199" y="12650"/>
                  <a:pt x="38004" y="13559"/>
                  <a:pt x="38689" y="13915"/>
                </a:cubicBezTo>
                <a:cubicBezTo>
                  <a:pt x="39467" y="15826"/>
                  <a:pt x="39941" y="17895"/>
                  <a:pt x="40060" y="20056"/>
                </a:cubicBezTo>
                <a:lnTo>
                  <a:pt x="34578" y="20056"/>
                </a:lnTo>
                <a:cubicBezTo>
                  <a:pt x="34525" y="17434"/>
                  <a:pt x="34222" y="14653"/>
                  <a:pt x="33537" y="11767"/>
                </a:cubicBezTo>
                <a:close/>
                <a:moveTo>
                  <a:pt x="40060" y="22151"/>
                </a:moveTo>
                <a:cubicBezTo>
                  <a:pt x="39941" y="24312"/>
                  <a:pt x="39480" y="26381"/>
                  <a:pt x="38689" y="28292"/>
                </a:cubicBezTo>
                <a:cubicBezTo>
                  <a:pt x="38004" y="28647"/>
                  <a:pt x="36172" y="29570"/>
                  <a:pt x="33471" y="30466"/>
                </a:cubicBezTo>
                <a:cubicBezTo>
                  <a:pt x="34038" y="28028"/>
                  <a:pt x="34473" y="25234"/>
                  <a:pt x="34565" y="22151"/>
                </a:cubicBezTo>
                <a:close/>
                <a:moveTo>
                  <a:pt x="7630" y="22151"/>
                </a:moveTo>
                <a:cubicBezTo>
                  <a:pt x="7736" y="25234"/>
                  <a:pt x="8171" y="28054"/>
                  <a:pt x="8750" y="30492"/>
                </a:cubicBezTo>
                <a:cubicBezTo>
                  <a:pt x="7024" y="29912"/>
                  <a:pt x="5272" y="29174"/>
                  <a:pt x="3506" y="28265"/>
                </a:cubicBezTo>
                <a:cubicBezTo>
                  <a:pt x="2728" y="26355"/>
                  <a:pt x="2267" y="24299"/>
                  <a:pt x="2149" y="22151"/>
                </a:cubicBezTo>
                <a:close/>
                <a:moveTo>
                  <a:pt x="32483" y="22151"/>
                </a:moveTo>
                <a:cubicBezTo>
                  <a:pt x="32364" y="25551"/>
                  <a:pt x="31824" y="28608"/>
                  <a:pt x="31152" y="31151"/>
                </a:cubicBezTo>
                <a:cubicBezTo>
                  <a:pt x="28609" y="31823"/>
                  <a:pt x="25552" y="32363"/>
                  <a:pt x="22152" y="32482"/>
                </a:cubicBezTo>
                <a:lnTo>
                  <a:pt x="22152" y="22151"/>
                </a:lnTo>
                <a:close/>
                <a:moveTo>
                  <a:pt x="20057" y="22151"/>
                </a:moveTo>
                <a:lnTo>
                  <a:pt x="20057" y="32495"/>
                </a:lnTo>
                <a:cubicBezTo>
                  <a:pt x="17237" y="32429"/>
                  <a:pt x="14206" y="32047"/>
                  <a:pt x="11056" y="31191"/>
                </a:cubicBezTo>
                <a:cubicBezTo>
                  <a:pt x="10384" y="28647"/>
                  <a:pt x="9831" y="25577"/>
                  <a:pt x="9712" y="22151"/>
                </a:cubicBezTo>
                <a:close/>
                <a:moveTo>
                  <a:pt x="5114" y="31336"/>
                </a:moveTo>
                <a:lnTo>
                  <a:pt x="5114" y="31336"/>
                </a:lnTo>
                <a:cubicBezTo>
                  <a:pt x="6550" y="31955"/>
                  <a:pt x="7973" y="32482"/>
                  <a:pt x="9383" y="32904"/>
                </a:cubicBezTo>
                <a:cubicBezTo>
                  <a:pt x="9871" y="34564"/>
                  <a:pt x="10398" y="35974"/>
                  <a:pt x="10872" y="37094"/>
                </a:cubicBezTo>
                <a:cubicBezTo>
                  <a:pt x="8553" y="35618"/>
                  <a:pt x="6589" y="33642"/>
                  <a:pt x="5114" y="31336"/>
                </a:cubicBezTo>
                <a:close/>
                <a:moveTo>
                  <a:pt x="37095" y="31336"/>
                </a:moveTo>
                <a:cubicBezTo>
                  <a:pt x="35606" y="33642"/>
                  <a:pt x="33642" y="35618"/>
                  <a:pt x="31336" y="37094"/>
                </a:cubicBezTo>
                <a:cubicBezTo>
                  <a:pt x="31811" y="35961"/>
                  <a:pt x="32338" y="34524"/>
                  <a:pt x="32839" y="32838"/>
                </a:cubicBezTo>
                <a:cubicBezTo>
                  <a:pt x="34525" y="32337"/>
                  <a:pt x="35962" y="31810"/>
                  <a:pt x="37095" y="31336"/>
                </a:cubicBezTo>
                <a:close/>
                <a:moveTo>
                  <a:pt x="11755" y="33536"/>
                </a:moveTo>
                <a:cubicBezTo>
                  <a:pt x="14654" y="34221"/>
                  <a:pt x="17434" y="34538"/>
                  <a:pt x="20057" y="34577"/>
                </a:cubicBezTo>
                <a:lnTo>
                  <a:pt x="20057" y="34590"/>
                </a:lnTo>
                <a:lnTo>
                  <a:pt x="20057" y="40059"/>
                </a:lnTo>
                <a:cubicBezTo>
                  <a:pt x="17896" y="39940"/>
                  <a:pt x="15827" y="39479"/>
                  <a:pt x="13916" y="38688"/>
                </a:cubicBezTo>
                <a:cubicBezTo>
                  <a:pt x="13547" y="38003"/>
                  <a:pt x="12651" y="36198"/>
                  <a:pt x="11755" y="33536"/>
                </a:cubicBezTo>
                <a:close/>
                <a:moveTo>
                  <a:pt x="30467" y="33470"/>
                </a:moveTo>
                <a:cubicBezTo>
                  <a:pt x="29571" y="36172"/>
                  <a:pt x="28648" y="38003"/>
                  <a:pt x="28279" y="38688"/>
                </a:cubicBezTo>
                <a:cubicBezTo>
                  <a:pt x="26369" y="39479"/>
                  <a:pt x="24313" y="39940"/>
                  <a:pt x="22152" y="40059"/>
                </a:cubicBezTo>
                <a:lnTo>
                  <a:pt x="22152" y="34564"/>
                </a:lnTo>
                <a:cubicBezTo>
                  <a:pt x="25222" y="34459"/>
                  <a:pt x="28029" y="34037"/>
                  <a:pt x="30467" y="33470"/>
                </a:cubicBezTo>
                <a:close/>
                <a:moveTo>
                  <a:pt x="21098" y="0"/>
                </a:moveTo>
                <a:cubicBezTo>
                  <a:pt x="9462" y="0"/>
                  <a:pt x="1" y="9474"/>
                  <a:pt x="1" y="21110"/>
                </a:cubicBezTo>
                <a:cubicBezTo>
                  <a:pt x="1" y="32745"/>
                  <a:pt x="9462" y="42207"/>
                  <a:pt x="21098" y="42207"/>
                </a:cubicBezTo>
                <a:cubicBezTo>
                  <a:pt x="32733" y="42207"/>
                  <a:pt x="42208" y="32745"/>
                  <a:pt x="42208" y="21110"/>
                </a:cubicBezTo>
                <a:cubicBezTo>
                  <a:pt x="42208" y="9461"/>
                  <a:pt x="32733" y="0"/>
                  <a:pt x="21098" y="0"/>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ph idx="2" type="pic"/>
          </p:nvPr>
        </p:nvSpPr>
        <p:spPr>
          <a:xfrm>
            <a:off x="4525200" y="1180800"/>
            <a:ext cx="1580400" cy="1584000"/>
          </a:xfrm>
          <a:prstGeom prst="roundRect">
            <a:avLst>
              <a:gd fmla="val 11979" name="adj"/>
            </a:avLst>
          </a:prstGeom>
          <a:noFill/>
          <a:ln>
            <a:noFill/>
          </a:ln>
        </p:spPr>
      </p:sp>
      <p:sp>
        <p:nvSpPr>
          <p:cNvPr id="51" name="Google Shape;51;p4"/>
          <p:cNvSpPr/>
          <p:nvPr>
            <p:ph idx="3" type="pic"/>
          </p:nvPr>
        </p:nvSpPr>
        <p:spPr>
          <a:xfrm>
            <a:off x="6163200" y="2808000"/>
            <a:ext cx="1580400" cy="1584000"/>
          </a:xfrm>
          <a:prstGeom prst="roundRect">
            <a:avLst>
              <a:gd fmla="val 11979" name="adj"/>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utational Thinking Essentials Slide" type="twoColTx">
  <p:cSld name="TITLE_AND_TWO_COLUMNS">
    <p:spTree>
      <p:nvGrpSpPr>
        <p:cNvPr id="52" name="Shape 52"/>
        <p:cNvGrpSpPr/>
        <p:nvPr/>
      </p:nvGrpSpPr>
      <p:grpSpPr>
        <a:xfrm>
          <a:off x="0" y="0"/>
          <a:ext cx="0" cy="0"/>
          <a:chOff x="0" y="0"/>
          <a:chExt cx="0" cy="0"/>
        </a:xfrm>
      </p:grpSpPr>
      <p:sp>
        <p:nvSpPr>
          <p:cNvPr id="53" name="Google Shape;5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grpSp>
        <p:nvGrpSpPr>
          <p:cNvPr id="54" name="Google Shape;54;p5"/>
          <p:cNvGrpSpPr/>
          <p:nvPr/>
        </p:nvGrpSpPr>
        <p:grpSpPr>
          <a:xfrm>
            <a:off x="244586" y="2603916"/>
            <a:ext cx="1741945" cy="2353880"/>
            <a:chOff x="6641300" y="3751725"/>
            <a:chExt cx="646050" cy="793300"/>
          </a:xfrm>
        </p:grpSpPr>
        <p:sp>
          <p:nvSpPr>
            <p:cNvPr id="55" name="Google Shape;55;p5"/>
            <p:cNvSpPr/>
            <p:nvPr/>
          </p:nvSpPr>
          <p:spPr>
            <a:xfrm>
              <a:off x="6698300" y="4000450"/>
              <a:ext cx="532375" cy="544575"/>
            </a:xfrm>
            <a:custGeom>
              <a:rect b="b" l="l" r="r" t="t"/>
              <a:pathLst>
                <a:path extrusionOk="0" h="21783" w="21295">
                  <a:moveTo>
                    <a:pt x="19845" y="1450"/>
                  </a:moveTo>
                  <a:lnTo>
                    <a:pt x="19845" y="18211"/>
                  </a:lnTo>
                  <a:cubicBezTo>
                    <a:pt x="19845" y="19384"/>
                    <a:pt x="18896" y="20333"/>
                    <a:pt x="17724" y="20333"/>
                  </a:cubicBezTo>
                  <a:lnTo>
                    <a:pt x="3571" y="20333"/>
                  </a:lnTo>
                  <a:cubicBezTo>
                    <a:pt x="2398" y="20333"/>
                    <a:pt x="1436" y="19384"/>
                    <a:pt x="1436" y="18211"/>
                  </a:cubicBezTo>
                  <a:lnTo>
                    <a:pt x="1436" y="1450"/>
                  </a:lnTo>
                  <a:close/>
                  <a:moveTo>
                    <a:pt x="725" y="0"/>
                  </a:moveTo>
                  <a:cubicBezTo>
                    <a:pt x="330" y="0"/>
                    <a:pt x="0" y="330"/>
                    <a:pt x="0" y="725"/>
                  </a:cubicBezTo>
                  <a:lnTo>
                    <a:pt x="0" y="18211"/>
                  </a:lnTo>
                  <a:cubicBezTo>
                    <a:pt x="0" y="20175"/>
                    <a:pt x="1608" y="21782"/>
                    <a:pt x="3571" y="21782"/>
                  </a:cubicBezTo>
                  <a:lnTo>
                    <a:pt x="17724" y="21782"/>
                  </a:lnTo>
                  <a:cubicBezTo>
                    <a:pt x="19687" y="21782"/>
                    <a:pt x="21295" y="20175"/>
                    <a:pt x="21295" y="18211"/>
                  </a:cubicBezTo>
                  <a:lnTo>
                    <a:pt x="21295" y="725"/>
                  </a:lnTo>
                  <a:cubicBezTo>
                    <a:pt x="21295" y="330"/>
                    <a:pt x="20965" y="0"/>
                    <a:pt x="20570" y="0"/>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6641300" y="3751725"/>
              <a:ext cx="646050" cy="206900"/>
            </a:xfrm>
            <a:custGeom>
              <a:rect b="b" l="l" r="r" t="t"/>
              <a:pathLst>
                <a:path extrusionOk="0" h="8276" w="25842">
                  <a:moveTo>
                    <a:pt x="15194" y="1437"/>
                  </a:moveTo>
                  <a:lnTo>
                    <a:pt x="15194" y="2715"/>
                  </a:lnTo>
                  <a:lnTo>
                    <a:pt x="10661" y="2715"/>
                  </a:lnTo>
                  <a:lnTo>
                    <a:pt x="10661" y="1437"/>
                  </a:lnTo>
                  <a:close/>
                  <a:moveTo>
                    <a:pt x="24405" y="4151"/>
                  </a:moveTo>
                  <a:lnTo>
                    <a:pt x="24405" y="6826"/>
                  </a:lnTo>
                  <a:lnTo>
                    <a:pt x="1450" y="6826"/>
                  </a:lnTo>
                  <a:lnTo>
                    <a:pt x="1450" y="4151"/>
                  </a:lnTo>
                  <a:close/>
                  <a:moveTo>
                    <a:pt x="9949" y="1"/>
                  </a:moveTo>
                  <a:cubicBezTo>
                    <a:pt x="9541" y="1"/>
                    <a:pt x="9225" y="317"/>
                    <a:pt x="9225" y="725"/>
                  </a:cubicBezTo>
                  <a:lnTo>
                    <a:pt x="9225" y="2715"/>
                  </a:lnTo>
                  <a:lnTo>
                    <a:pt x="725" y="2715"/>
                  </a:lnTo>
                  <a:cubicBezTo>
                    <a:pt x="330" y="2715"/>
                    <a:pt x="0" y="3031"/>
                    <a:pt x="0" y="3427"/>
                  </a:cubicBezTo>
                  <a:lnTo>
                    <a:pt x="0" y="7551"/>
                  </a:lnTo>
                  <a:cubicBezTo>
                    <a:pt x="0" y="7947"/>
                    <a:pt x="330" y="8276"/>
                    <a:pt x="725" y="8276"/>
                  </a:cubicBezTo>
                  <a:lnTo>
                    <a:pt x="25130" y="8276"/>
                  </a:lnTo>
                  <a:cubicBezTo>
                    <a:pt x="25525" y="8276"/>
                    <a:pt x="25841" y="7947"/>
                    <a:pt x="25841" y="7551"/>
                  </a:cubicBezTo>
                  <a:lnTo>
                    <a:pt x="25841" y="3427"/>
                  </a:lnTo>
                  <a:cubicBezTo>
                    <a:pt x="25841" y="3031"/>
                    <a:pt x="25525" y="2715"/>
                    <a:pt x="25130" y="2715"/>
                  </a:cubicBezTo>
                  <a:lnTo>
                    <a:pt x="16630" y="2715"/>
                  </a:lnTo>
                  <a:lnTo>
                    <a:pt x="16630" y="725"/>
                  </a:lnTo>
                  <a:cubicBezTo>
                    <a:pt x="16630" y="317"/>
                    <a:pt x="16301" y="1"/>
                    <a:pt x="15905" y="1"/>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7079450" y="4125625"/>
              <a:ext cx="36250" cy="279725"/>
            </a:xfrm>
            <a:custGeom>
              <a:rect b="b" l="l" r="r" t="t"/>
              <a:pathLst>
                <a:path extrusionOk="0" h="11189" w="1450">
                  <a:moveTo>
                    <a:pt x="0" y="1"/>
                  </a:moveTo>
                  <a:lnTo>
                    <a:pt x="0" y="11188"/>
                  </a:lnTo>
                  <a:lnTo>
                    <a:pt x="1450" y="11188"/>
                  </a:lnTo>
                  <a:lnTo>
                    <a:pt x="1450" y="1"/>
                  </a:ln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6946350" y="4125625"/>
              <a:ext cx="36275" cy="279725"/>
            </a:xfrm>
            <a:custGeom>
              <a:rect b="b" l="l" r="r" t="t"/>
              <a:pathLst>
                <a:path extrusionOk="0" h="11189" w="1451">
                  <a:moveTo>
                    <a:pt x="1" y="1"/>
                  </a:moveTo>
                  <a:lnTo>
                    <a:pt x="1" y="11188"/>
                  </a:lnTo>
                  <a:lnTo>
                    <a:pt x="1450" y="11188"/>
                  </a:lnTo>
                  <a:lnTo>
                    <a:pt x="1450" y="1"/>
                  </a:ln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6813250" y="4125625"/>
              <a:ext cx="35950" cy="279725"/>
            </a:xfrm>
            <a:custGeom>
              <a:rect b="b" l="l" r="r" t="t"/>
              <a:pathLst>
                <a:path extrusionOk="0" h="11189" w="1438">
                  <a:moveTo>
                    <a:pt x="1" y="1"/>
                  </a:moveTo>
                  <a:lnTo>
                    <a:pt x="1" y="11188"/>
                  </a:lnTo>
                  <a:lnTo>
                    <a:pt x="1437" y="11188"/>
                  </a:lnTo>
                  <a:lnTo>
                    <a:pt x="1437" y="1"/>
                  </a:ln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5"/>
          <p:cNvSpPr txBox="1"/>
          <p:nvPr>
            <p:ph type="title"/>
          </p:nvPr>
        </p:nvSpPr>
        <p:spPr>
          <a:xfrm>
            <a:off x="752400" y="1461600"/>
            <a:ext cx="3265200" cy="812100"/>
          </a:xfrm>
          <a:prstGeom prst="rect">
            <a:avLst/>
          </a:prstGeom>
        </p:spPr>
        <p:txBody>
          <a:bodyPr anchorCtr="0" anchor="ctr" bIns="91425" lIns="0" spcFirstLastPara="1" rIns="0"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 name="Google Shape;61;p5"/>
          <p:cNvSpPr txBox="1"/>
          <p:nvPr>
            <p:ph idx="1" type="body"/>
          </p:nvPr>
        </p:nvSpPr>
        <p:spPr>
          <a:xfrm>
            <a:off x="752400" y="2111279"/>
            <a:ext cx="3265200" cy="1629000"/>
          </a:xfrm>
          <a:prstGeom prst="rect">
            <a:avLst/>
          </a:prstGeom>
        </p:spPr>
        <p:txBody>
          <a:bodyPr anchorCtr="0" anchor="ctr" bIns="91425" lIns="0" spcFirstLastPara="1" rIns="0"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cxnSp>
        <p:nvCxnSpPr>
          <p:cNvPr id="62" name="Google Shape;62;p5"/>
          <p:cNvCxnSpPr/>
          <p:nvPr/>
        </p:nvCxnSpPr>
        <p:spPr>
          <a:xfrm flipH="1" rot="10800000">
            <a:off x="4159875" y="1573488"/>
            <a:ext cx="1284000" cy="1189800"/>
          </a:xfrm>
          <a:prstGeom prst="bentConnector3">
            <a:avLst>
              <a:gd fmla="val 50000" name="adj1"/>
            </a:avLst>
          </a:prstGeom>
          <a:noFill/>
          <a:ln cap="flat" cmpd="sng" w="9525">
            <a:solidFill>
              <a:srgbClr val="2B2977"/>
            </a:solidFill>
            <a:prstDash val="solid"/>
            <a:round/>
            <a:headEnd len="med" w="med" type="none"/>
            <a:tailEnd len="med" w="med" type="none"/>
          </a:ln>
        </p:spPr>
      </p:cxnSp>
      <p:cxnSp>
        <p:nvCxnSpPr>
          <p:cNvPr id="63" name="Google Shape;63;p5"/>
          <p:cNvCxnSpPr/>
          <p:nvPr/>
        </p:nvCxnSpPr>
        <p:spPr>
          <a:xfrm>
            <a:off x="4805775" y="2258413"/>
            <a:ext cx="638100" cy="600"/>
          </a:xfrm>
          <a:prstGeom prst="bentConnector3">
            <a:avLst>
              <a:gd fmla="val 50000" name="adj1"/>
            </a:avLst>
          </a:prstGeom>
          <a:noFill/>
          <a:ln cap="flat" cmpd="sng" w="9525">
            <a:solidFill>
              <a:srgbClr val="2B2977"/>
            </a:solidFill>
            <a:prstDash val="solid"/>
            <a:round/>
            <a:headEnd len="med" w="med" type="none"/>
            <a:tailEnd len="med" w="med" type="none"/>
          </a:ln>
        </p:spPr>
      </p:cxnSp>
      <p:cxnSp>
        <p:nvCxnSpPr>
          <p:cNvPr id="64" name="Google Shape;64;p5"/>
          <p:cNvCxnSpPr/>
          <p:nvPr/>
        </p:nvCxnSpPr>
        <p:spPr>
          <a:xfrm>
            <a:off x="4159875" y="2763288"/>
            <a:ext cx="1284000" cy="1189800"/>
          </a:xfrm>
          <a:prstGeom prst="bentConnector3">
            <a:avLst>
              <a:gd fmla="val 50000" name="adj1"/>
            </a:avLst>
          </a:prstGeom>
          <a:noFill/>
          <a:ln cap="flat" cmpd="sng" w="9525">
            <a:solidFill>
              <a:srgbClr val="2B2977"/>
            </a:solidFill>
            <a:prstDash val="solid"/>
            <a:round/>
            <a:headEnd len="med" w="med" type="none"/>
            <a:tailEnd len="med" w="med" type="none"/>
          </a:ln>
        </p:spPr>
      </p:cxnSp>
      <p:cxnSp>
        <p:nvCxnSpPr>
          <p:cNvPr id="65" name="Google Shape;65;p5"/>
          <p:cNvCxnSpPr/>
          <p:nvPr/>
        </p:nvCxnSpPr>
        <p:spPr>
          <a:xfrm flipH="1" rot="10800000">
            <a:off x="4805775" y="3267563"/>
            <a:ext cx="638100" cy="600"/>
          </a:xfrm>
          <a:prstGeom prst="bentConnector3">
            <a:avLst>
              <a:gd fmla="val 50000" name="adj1"/>
            </a:avLst>
          </a:prstGeom>
          <a:noFill/>
          <a:ln cap="flat" cmpd="sng" w="9525">
            <a:solidFill>
              <a:srgbClr val="2B2977"/>
            </a:solidFill>
            <a:prstDash val="solid"/>
            <a:round/>
            <a:headEnd len="med" w="med" type="none"/>
            <a:tailEnd len="med" w="med" type="none"/>
          </a:ln>
        </p:spPr>
      </p:cxnSp>
      <p:sp>
        <p:nvSpPr>
          <p:cNvPr id="66" name="Google Shape;66;p5"/>
          <p:cNvSpPr/>
          <p:nvPr/>
        </p:nvSpPr>
        <p:spPr>
          <a:xfrm>
            <a:off x="5443875" y="1325688"/>
            <a:ext cx="2267700" cy="495600"/>
          </a:xfrm>
          <a:prstGeom prst="roundRect">
            <a:avLst>
              <a:gd fmla="val 50000" name="adj"/>
            </a:avLst>
          </a:prstGeom>
          <a:gradFill>
            <a:gsLst>
              <a:gs pos="0">
                <a:srgbClr val="FFFFFF">
                  <a:alpha val="7058"/>
                </a:srgbClr>
              </a:gs>
              <a:gs pos="100000">
                <a:srgbClr val="FFFFFF">
                  <a:alpha val="0"/>
                </a:srgbClr>
              </a:gs>
            </a:gsLst>
            <a:lin ang="10800025" scaled="0"/>
          </a:gradFill>
          <a:ln cap="flat" cmpd="sng" w="9525">
            <a:solidFill>
              <a:srgbClr val="FF6A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5"/>
          <p:cNvSpPr/>
          <p:nvPr/>
        </p:nvSpPr>
        <p:spPr>
          <a:xfrm>
            <a:off x="5443875" y="2011213"/>
            <a:ext cx="2267700" cy="495600"/>
          </a:xfrm>
          <a:prstGeom prst="roundRect">
            <a:avLst>
              <a:gd fmla="val 50000" name="adj"/>
            </a:avLst>
          </a:prstGeom>
          <a:gradFill>
            <a:gsLst>
              <a:gs pos="0">
                <a:srgbClr val="FFFFFF">
                  <a:alpha val="7058"/>
                </a:srgbClr>
              </a:gs>
              <a:gs pos="100000">
                <a:srgbClr val="FFFFFF">
                  <a:alpha val="0"/>
                </a:srgbClr>
              </a:gs>
            </a:gsLst>
            <a:lin ang="10800025" scaled="0"/>
          </a:gradFill>
          <a:ln cap="flat" cmpd="sng" w="9525">
            <a:solidFill>
              <a:srgbClr val="FCBC3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5"/>
          <p:cNvSpPr/>
          <p:nvPr/>
        </p:nvSpPr>
        <p:spPr>
          <a:xfrm>
            <a:off x="5443875" y="3020063"/>
            <a:ext cx="2267700" cy="495600"/>
          </a:xfrm>
          <a:prstGeom prst="roundRect">
            <a:avLst>
              <a:gd fmla="val 50000" name="adj"/>
            </a:avLst>
          </a:prstGeom>
          <a:gradFill>
            <a:gsLst>
              <a:gs pos="0">
                <a:srgbClr val="FFFFFF">
                  <a:alpha val="7058"/>
                </a:srgbClr>
              </a:gs>
              <a:gs pos="100000">
                <a:srgbClr val="FFFFFF">
                  <a:alpha val="0"/>
                </a:srgbClr>
              </a:gs>
            </a:gsLst>
            <a:lin ang="10800025" scaled="0"/>
          </a:gradFill>
          <a:ln cap="flat" cmpd="sng" w="9525">
            <a:solidFill>
              <a:srgbClr val="1BC5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 name="Google Shape;69;p5"/>
          <p:cNvSpPr/>
          <p:nvPr/>
        </p:nvSpPr>
        <p:spPr>
          <a:xfrm>
            <a:off x="5443875" y="3701738"/>
            <a:ext cx="2267700" cy="495600"/>
          </a:xfrm>
          <a:prstGeom prst="roundRect">
            <a:avLst>
              <a:gd fmla="val 50000" name="adj"/>
            </a:avLst>
          </a:prstGeom>
          <a:gradFill>
            <a:gsLst>
              <a:gs pos="0">
                <a:srgbClr val="FFFFFF">
                  <a:alpha val="7058"/>
                </a:srgbClr>
              </a:gs>
              <a:gs pos="100000">
                <a:srgbClr val="FFFFFF">
                  <a:alpha val="0"/>
                </a:srgbClr>
              </a:gs>
            </a:gsLst>
            <a:lin ang="10800025" scaled="0"/>
          </a:gradFill>
          <a:ln cap="flat" cmpd="sng" w="9525">
            <a:solidFill>
              <a:srgbClr val="424E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5"/>
          <p:cNvSpPr txBox="1"/>
          <p:nvPr>
            <p:ph idx="2" type="subTitle"/>
          </p:nvPr>
        </p:nvSpPr>
        <p:spPr>
          <a:xfrm>
            <a:off x="5684400" y="1389600"/>
            <a:ext cx="1785600" cy="367200"/>
          </a:xfrm>
          <a:prstGeom prst="rect">
            <a:avLst/>
          </a:prstGeom>
        </p:spPr>
        <p:txBody>
          <a:bodyPr anchorCtr="0" anchor="ctr" bIns="91425" lIns="0" spcFirstLastPara="1" rIns="0" wrap="square" tIns="91425">
            <a:normAutofit/>
          </a:bodyPr>
          <a:lstStyle>
            <a:lvl1pPr lvl="0" rtl="0" algn="ctr">
              <a:lnSpc>
                <a:spcPct val="100000"/>
              </a:lnSpc>
              <a:spcBef>
                <a:spcPts val="0"/>
              </a:spcBef>
              <a:spcAft>
                <a:spcPts val="0"/>
              </a:spcAft>
              <a:buSzPts val="1200"/>
              <a:buNone/>
              <a:defRPr sz="12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71" name="Google Shape;71;p5"/>
          <p:cNvSpPr txBox="1"/>
          <p:nvPr>
            <p:ph idx="3" type="subTitle"/>
          </p:nvPr>
        </p:nvSpPr>
        <p:spPr>
          <a:xfrm>
            <a:off x="5684925" y="2075425"/>
            <a:ext cx="1785600" cy="367200"/>
          </a:xfrm>
          <a:prstGeom prst="rect">
            <a:avLst/>
          </a:prstGeom>
        </p:spPr>
        <p:txBody>
          <a:bodyPr anchorCtr="0" anchor="ctr" bIns="91425" lIns="0" spcFirstLastPara="1" rIns="0" wrap="square" tIns="91425">
            <a:normAutofit/>
          </a:bodyPr>
          <a:lstStyle>
            <a:lvl1pPr lvl="0" rtl="0" algn="ctr">
              <a:lnSpc>
                <a:spcPct val="100000"/>
              </a:lnSpc>
              <a:spcBef>
                <a:spcPts val="0"/>
              </a:spcBef>
              <a:spcAft>
                <a:spcPts val="0"/>
              </a:spcAft>
              <a:buSzPts val="1200"/>
              <a:buNone/>
              <a:defRPr sz="12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72" name="Google Shape;72;p5"/>
          <p:cNvSpPr txBox="1"/>
          <p:nvPr>
            <p:ph idx="4" type="subTitle"/>
          </p:nvPr>
        </p:nvSpPr>
        <p:spPr>
          <a:xfrm>
            <a:off x="5684400" y="3084275"/>
            <a:ext cx="1785600" cy="367200"/>
          </a:xfrm>
          <a:prstGeom prst="rect">
            <a:avLst/>
          </a:prstGeom>
        </p:spPr>
        <p:txBody>
          <a:bodyPr anchorCtr="0" anchor="ctr" bIns="91425" lIns="0" spcFirstLastPara="1" rIns="0" wrap="square" tIns="91425">
            <a:normAutofit/>
          </a:bodyPr>
          <a:lstStyle>
            <a:lvl1pPr lvl="0" rtl="0" algn="ctr">
              <a:lnSpc>
                <a:spcPct val="100000"/>
              </a:lnSpc>
              <a:spcBef>
                <a:spcPts val="0"/>
              </a:spcBef>
              <a:spcAft>
                <a:spcPts val="0"/>
              </a:spcAft>
              <a:buSzPts val="1200"/>
              <a:buNone/>
              <a:defRPr sz="12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73" name="Google Shape;73;p5"/>
          <p:cNvSpPr txBox="1"/>
          <p:nvPr>
            <p:ph idx="5" type="subTitle"/>
          </p:nvPr>
        </p:nvSpPr>
        <p:spPr>
          <a:xfrm>
            <a:off x="5684925" y="3765950"/>
            <a:ext cx="1785600" cy="367200"/>
          </a:xfrm>
          <a:prstGeom prst="rect">
            <a:avLst/>
          </a:prstGeom>
        </p:spPr>
        <p:txBody>
          <a:bodyPr anchorCtr="0" anchor="ctr" bIns="91425" lIns="0" spcFirstLastPara="1" rIns="0" wrap="square" tIns="91425">
            <a:normAutofit/>
          </a:bodyPr>
          <a:lstStyle>
            <a:lvl1pPr lvl="0" rtl="0" algn="ctr">
              <a:lnSpc>
                <a:spcPct val="100000"/>
              </a:lnSpc>
              <a:spcBef>
                <a:spcPts val="0"/>
              </a:spcBef>
              <a:spcAft>
                <a:spcPts val="0"/>
              </a:spcAft>
              <a:buSzPts val="1200"/>
              <a:buNone/>
              <a:defRPr sz="12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ing Languages Overview Slide" type="titleOnly">
  <p:cSld name="TITLE_ONLY">
    <p:spTree>
      <p:nvGrpSpPr>
        <p:cNvPr id="74" name="Shape 74"/>
        <p:cNvGrpSpPr/>
        <p:nvPr/>
      </p:nvGrpSpPr>
      <p:grpSpPr>
        <a:xfrm>
          <a:off x="0" y="0"/>
          <a:ext cx="0" cy="0"/>
          <a:chOff x="0" y="0"/>
          <a:chExt cx="0" cy="0"/>
        </a:xfrm>
      </p:grpSpPr>
      <p:sp>
        <p:nvSpPr>
          <p:cNvPr id="75" name="Google Shape;7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grpSp>
        <p:nvGrpSpPr>
          <p:cNvPr id="76" name="Google Shape;76;p6"/>
          <p:cNvGrpSpPr/>
          <p:nvPr/>
        </p:nvGrpSpPr>
        <p:grpSpPr>
          <a:xfrm>
            <a:off x="251850" y="587539"/>
            <a:ext cx="2796748" cy="2784454"/>
            <a:chOff x="2325150" y="2788150"/>
            <a:chExt cx="1940030" cy="1931502"/>
          </a:xfrm>
        </p:grpSpPr>
        <p:sp>
          <p:nvSpPr>
            <p:cNvPr id="77" name="Google Shape;77;p6"/>
            <p:cNvSpPr/>
            <p:nvPr/>
          </p:nvSpPr>
          <p:spPr>
            <a:xfrm>
              <a:off x="3003984" y="2788150"/>
              <a:ext cx="114198" cy="452648"/>
            </a:xfrm>
            <a:custGeom>
              <a:rect b="b" l="l" r="r" t="t"/>
              <a:pathLst>
                <a:path extrusionOk="0" h="9287" w="2343">
                  <a:moveTo>
                    <a:pt x="856" y="0"/>
                  </a:moveTo>
                  <a:cubicBezTo>
                    <a:pt x="391" y="240"/>
                    <a:pt x="16" y="555"/>
                    <a:pt x="16" y="1126"/>
                  </a:cubicBezTo>
                  <a:cubicBezTo>
                    <a:pt x="1" y="3467"/>
                    <a:pt x="1" y="5823"/>
                    <a:pt x="16" y="8165"/>
                  </a:cubicBezTo>
                  <a:cubicBezTo>
                    <a:pt x="16" y="8660"/>
                    <a:pt x="286" y="9020"/>
                    <a:pt x="751" y="9200"/>
                  </a:cubicBezTo>
                  <a:cubicBezTo>
                    <a:pt x="897" y="9259"/>
                    <a:pt x="1043" y="9287"/>
                    <a:pt x="1184" y="9287"/>
                  </a:cubicBezTo>
                  <a:cubicBezTo>
                    <a:pt x="1801" y="9287"/>
                    <a:pt x="2327" y="8765"/>
                    <a:pt x="2327" y="8045"/>
                  </a:cubicBezTo>
                  <a:cubicBezTo>
                    <a:pt x="2327" y="5883"/>
                    <a:pt x="2312" y="3722"/>
                    <a:pt x="2342" y="1561"/>
                  </a:cubicBezTo>
                  <a:cubicBezTo>
                    <a:pt x="2342" y="841"/>
                    <a:pt x="2147" y="300"/>
                    <a:pt x="1472" y="0"/>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2325150" y="3466255"/>
              <a:ext cx="463859" cy="114149"/>
            </a:xfrm>
            <a:custGeom>
              <a:rect b="b" l="l" r="r" t="t"/>
              <a:pathLst>
                <a:path extrusionOk="0" h="2342" w="9517">
                  <a:moveTo>
                    <a:pt x="1562" y="0"/>
                  </a:moveTo>
                  <a:cubicBezTo>
                    <a:pt x="841" y="0"/>
                    <a:pt x="316" y="195"/>
                    <a:pt x="1" y="871"/>
                  </a:cubicBezTo>
                  <a:lnTo>
                    <a:pt x="1" y="1486"/>
                  </a:lnTo>
                  <a:cubicBezTo>
                    <a:pt x="241" y="1966"/>
                    <a:pt x="571" y="2341"/>
                    <a:pt x="1171" y="2341"/>
                  </a:cubicBezTo>
                  <a:cubicBezTo>
                    <a:pt x="3498" y="2341"/>
                    <a:pt x="5809" y="2341"/>
                    <a:pt x="8135" y="2326"/>
                  </a:cubicBezTo>
                  <a:cubicBezTo>
                    <a:pt x="8646" y="2326"/>
                    <a:pt x="9021" y="2071"/>
                    <a:pt x="9201" y="1591"/>
                  </a:cubicBezTo>
                  <a:cubicBezTo>
                    <a:pt x="9516" y="810"/>
                    <a:pt x="8946" y="15"/>
                    <a:pt x="8060" y="15"/>
                  </a:cubicBezTo>
                  <a:cubicBezTo>
                    <a:pt x="6972" y="15"/>
                    <a:pt x="5888" y="19"/>
                    <a:pt x="4805" y="19"/>
                  </a:cubicBezTo>
                  <a:cubicBezTo>
                    <a:pt x="3723" y="19"/>
                    <a:pt x="2642" y="15"/>
                    <a:pt x="1562" y="0"/>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3009833" y="3476149"/>
              <a:ext cx="1255347" cy="1243504"/>
            </a:xfrm>
            <a:custGeom>
              <a:rect b="b" l="l" r="r" t="t"/>
              <a:pathLst>
                <a:path extrusionOk="0" h="25513" w="25756">
                  <a:moveTo>
                    <a:pt x="1192" y="1"/>
                  </a:moveTo>
                  <a:cubicBezTo>
                    <a:pt x="914" y="1"/>
                    <a:pt x="656" y="97"/>
                    <a:pt x="421" y="322"/>
                  </a:cubicBezTo>
                  <a:cubicBezTo>
                    <a:pt x="46" y="698"/>
                    <a:pt x="1" y="1148"/>
                    <a:pt x="166" y="1643"/>
                  </a:cubicBezTo>
                  <a:cubicBezTo>
                    <a:pt x="2327" y="8127"/>
                    <a:pt x="4488" y="14611"/>
                    <a:pt x="6650" y="21094"/>
                  </a:cubicBezTo>
                  <a:cubicBezTo>
                    <a:pt x="6857" y="21697"/>
                    <a:pt x="7284" y="22019"/>
                    <a:pt x="7759" y="22019"/>
                  </a:cubicBezTo>
                  <a:cubicBezTo>
                    <a:pt x="8076" y="22019"/>
                    <a:pt x="8414" y="21875"/>
                    <a:pt x="8721" y="21575"/>
                  </a:cubicBezTo>
                  <a:cubicBezTo>
                    <a:pt x="9681" y="20629"/>
                    <a:pt x="10627" y="19668"/>
                    <a:pt x="11587" y="18708"/>
                  </a:cubicBezTo>
                  <a:cubicBezTo>
                    <a:pt x="11678" y="18603"/>
                    <a:pt x="11738" y="18453"/>
                    <a:pt x="11813" y="18333"/>
                  </a:cubicBezTo>
                  <a:cubicBezTo>
                    <a:pt x="11858" y="18348"/>
                    <a:pt x="11918" y="18363"/>
                    <a:pt x="11978" y="18378"/>
                  </a:cubicBezTo>
                  <a:cubicBezTo>
                    <a:pt x="12053" y="18483"/>
                    <a:pt x="12128" y="18618"/>
                    <a:pt x="12233" y="18723"/>
                  </a:cubicBezTo>
                  <a:cubicBezTo>
                    <a:pt x="14319" y="20809"/>
                    <a:pt x="16405" y="22895"/>
                    <a:pt x="18491" y="24981"/>
                  </a:cubicBezTo>
                  <a:cubicBezTo>
                    <a:pt x="18846" y="25336"/>
                    <a:pt x="19174" y="25512"/>
                    <a:pt x="19500" y="25512"/>
                  </a:cubicBezTo>
                  <a:cubicBezTo>
                    <a:pt x="19823" y="25512"/>
                    <a:pt x="20144" y="25340"/>
                    <a:pt x="20488" y="24996"/>
                  </a:cubicBezTo>
                  <a:cubicBezTo>
                    <a:pt x="22019" y="23466"/>
                    <a:pt x="23549" y="21935"/>
                    <a:pt x="25080" y="20404"/>
                  </a:cubicBezTo>
                  <a:cubicBezTo>
                    <a:pt x="25756" y="19728"/>
                    <a:pt x="25756" y="19113"/>
                    <a:pt x="25065" y="18438"/>
                  </a:cubicBezTo>
                  <a:cubicBezTo>
                    <a:pt x="22964" y="16337"/>
                    <a:pt x="20878" y="14235"/>
                    <a:pt x="18777" y="12134"/>
                  </a:cubicBezTo>
                  <a:cubicBezTo>
                    <a:pt x="18687" y="12044"/>
                    <a:pt x="18582" y="11939"/>
                    <a:pt x="18416" y="11759"/>
                  </a:cubicBezTo>
                  <a:cubicBezTo>
                    <a:pt x="18551" y="11669"/>
                    <a:pt x="18687" y="11609"/>
                    <a:pt x="18792" y="11504"/>
                  </a:cubicBezTo>
                  <a:cubicBezTo>
                    <a:pt x="19737" y="10558"/>
                    <a:pt x="20683" y="9613"/>
                    <a:pt x="21628" y="8667"/>
                  </a:cubicBezTo>
                  <a:cubicBezTo>
                    <a:pt x="22394" y="7887"/>
                    <a:pt x="22184" y="6911"/>
                    <a:pt x="21163" y="6566"/>
                  </a:cubicBezTo>
                  <a:cubicBezTo>
                    <a:pt x="14679" y="4405"/>
                    <a:pt x="8196" y="2258"/>
                    <a:pt x="1712" y="97"/>
                  </a:cubicBezTo>
                  <a:cubicBezTo>
                    <a:pt x="1532" y="35"/>
                    <a:pt x="1358" y="1"/>
                    <a:pt x="1192" y="1"/>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2518253" y="2986907"/>
              <a:ext cx="362187" cy="353219"/>
            </a:xfrm>
            <a:custGeom>
              <a:rect b="b" l="l" r="r" t="t"/>
              <a:pathLst>
                <a:path extrusionOk="0" h="7247" w="7431">
                  <a:moveTo>
                    <a:pt x="1287" y="0"/>
                  </a:moveTo>
                  <a:cubicBezTo>
                    <a:pt x="980" y="0"/>
                    <a:pt x="676" y="124"/>
                    <a:pt x="451" y="365"/>
                  </a:cubicBezTo>
                  <a:cubicBezTo>
                    <a:pt x="16" y="800"/>
                    <a:pt x="1" y="1505"/>
                    <a:pt x="451" y="1971"/>
                  </a:cubicBezTo>
                  <a:cubicBezTo>
                    <a:pt x="2102" y="3621"/>
                    <a:pt x="3753" y="5272"/>
                    <a:pt x="5404" y="6923"/>
                  </a:cubicBezTo>
                  <a:cubicBezTo>
                    <a:pt x="5479" y="6998"/>
                    <a:pt x="5569" y="7043"/>
                    <a:pt x="5659" y="7103"/>
                  </a:cubicBezTo>
                  <a:cubicBezTo>
                    <a:pt x="5841" y="7201"/>
                    <a:pt x="6029" y="7246"/>
                    <a:pt x="6213" y="7246"/>
                  </a:cubicBezTo>
                  <a:cubicBezTo>
                    <a:pt x="6820" y="7246"/>
                    <a:pt x="7373" y="6756"/>
                    <a:pt x="7430" y="6053"/>
                  </a:cubicBezTo>
                  <a:cubicBezTo>
                    <a:pt x="7295" y="5798"/>
                    <a:pt x="7220" y="5483"/>
                    <a:pt x="7040" y="5287"/>
                  </a:cubicBezTo>
                  <a:cubicBezTo>
                    <a:pt x="5404" y="3621"/>
                    <a:pt x="3753" y="1971"/>
                    <a:pt x="2087" y="335"/>
                  </a:cubicBezTo>
                  <a:cubicBezTo>
                    <a:pt x="1862" y="109"/>
                    <a:pt x="1574" y="0"/>
                    <a:pt x="1287" y="0"/>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a:off x="2518253" y="3707122"/>
              <a:ext cx="362918" cy="353268"/>
            </a:xfrm>
            <a:custGeom>
              <a:rect b="b" l="l" r="r" t="t"/>
              <a:pathLst>
                <a:path extrusionOk="0" h="7248" w="7446">
                  <a:moveTo>
                    <a:pt x="7445" y="1212"/>
                  </a:moveTo>
                  <a:cubicBezTo>
                    <a:pt x="7445" y="1213"/>
                    <a:pt x="7444" y="1214"/>
                    <a:pt x="7443" y="1215"/>
                  </a:cubicBezTo>
                  <a:lnTo>
                    <a:pt x="7443" y="1215"/>
                  </a:lnTo>
                  <a:cubicBezTo>
                    <a:pt x="7444" y="1219"/>
                    <a:pt x="7445" y="1223"/>
                    <a:pt x="7445" y="1227"/>
                  </a:cubicBezTo>
                  <a:lnTo>
                    <a:pt x="7445" y="1212"/>
                  </a:lnTo>
                  <a:close/>
                  <a:moveTo>
                    <a:pt x="6205" y="1"/>
                  </a:moveTo>
                  <a:cubicBezTo>
                    <a:pt x="5911" y="1"/>
                    <a:pt x="5612" y="118"/>
                    <a:pt x="5374" y="356"/>
                  </a:cubicBezTo>
                  <a:cubicBezTo>
                    <a:pt x="3738" y="1977"/>
                    <a:pt x="2102" y="3613"/>
                    <a:pt x="481" y="5249"/>
                  </a:cubicBezTo>
                  <a:cubicBezTo>
                    <a:pt x="1" y="5729"/>
                    <a:pt x="16" y="6450"/>
                    <a:pt x="466" y="6915"/>
                  </a:cubicBezTo>
                  <a:cubicBezTo>
                    <a:pt x="693" y="7135"/>
                    <a:pt x="978" y="7247"/>
                    <a:pt x="1267" y="7247"/>
                  </a:cubicBezTo>
                  <a:cubicBezTo>
                    <a:pt x="1570" y="7247"/>
                    <a:pt x="1879" y="7123"/>
                    <a:pt x="2132" y="6870"/>
                  </a:cubicBezTo>
                  <a:cubicBezTo>
                    <a:pt x="3753" y="5264"/>
                    <a:pt x="5374" y="3658"/>
                    <a:pt x="6980" y="2022"/>
                  </a:cubicBezTo>
                  <a:cubicBezTo>
                    <a:pt x="7189" y="1813"/>
                    <a:pt x="7279" y="1499"/>
                    <a:pt x="7443" y="1215"/>
                  </a:cubicBezTo>
                  <a:lnTo>
                    <a:pt x="7443" y="1215"/>
                  </a:lnTo>
                  <a:cubicBezTo>
                    <a:pt x="7352" y="681"/>
                    <a:pt x="7127" y="325"/>
                    <a:pt x="6695" y="116"/>
                  </a:cubicBezTo>
                  <a:cubicBezTo>
                    <a:pt x="6541" y="39"/>
                    <a:pt x="6374" y="1"/>
                    <a:pt x="6205" y="1"/>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3238808" y="2986810"/>
              <a:ext cx="362138" cy="353219"/>
            </a:xfrm>
            <a:custGeom>
              <a:rect b="b" l="l" r="r" t="t"/>
              <a:pathLst>
                <a:path extrusionOk="0" h="7247" w="7430">
                  <a:moveTo>
                    <a:pt x="6174" y="0"/>
                  </a:moveTo>
                  <a:cubicBezTo>
                    <a:pt x="5865" y="0"/>
                    <a:pt x="5580" y="130"/>
                    <a:pt x="5329" y="382"/>
                  </a:cubicBezTo>
                  <a:cubicBezTo>
                    <a:pt x="3723" y="2003"/>
                    <a:pt x="2102" y="3608"/>
                    <a:pt x="496" y="5229"/>
                  </a:cubicBezTo>
                  <a:cubicBezTo>
                    <a:pt x="0" y="5725"/>
                    <a:pt x="0" y="6430"/>
                    <a:pt x="436" y="6895"/>
                  </a:cubicBezTo>
                  <a:cubicBezTo>
                    <a:pt x="667" y="7126"/>
                    <a:pt x="964" y="7246"/>
                    <a:pt x="1265" y="7246"/>
                  </a:cubicBezTo>
                  <a:cubicBezTo>
                    <a:pt x="1572" y="7246"/>
                    <a:pt x="1882" y="7122"/>
                    <a:pt x="2132" y="6865"/>
                  </a:cubicBezTo>
                  <a:cubicBezTo>
                    <a:pt x="3753" y="5259"/>
                    <a:pt x="5374" y="3653"/>
                    <a:pt x="6965" y="2018"/>
                  </a:cubicBezTo>
                  <a:cubicBezTo>
                    <a:pt x="7175" y="1807"/>
                    <a:pt x="7280" y="1477"/>
                    <a:pt x="7430" y="1207"/>
                  </a:cubicBezTo>
                  <a:cubicBezTo>
                    <a:pt x="7355" y="697"/>
                    <a:pt x="7085" y="277"/>
                    <a:pt x="6649" y="96"/>
                  </a:cubicBezTo>
                  <a:cubicBezTo>
                    <a:pt x="6486" y="32"/>
                    <a:pt x="6327" y="0"/>
                    <a:pt x="6174" y="0"/>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6"/>
          <p:cNvSpPr txBox="1"/>
          <p:nvPr>
            <p:ph type="title"/>
          </p:nvPr>
        </p:nvSpPr>
        <p:spPr>
          <a:xfrm>
            <a:off x="752400" y="1954800"/>
            <a:ext cx="3513600" cy="644100"/>
          </a:xfrm>
          <a:prstGeom prst="rect">
            <a:avLst/>
          </a:prstGeom>
        </p:spPr>
        <p:txBody>
          <a:bodyPr anchorCtr="0" anchor="ctr" bIns="91425" lIns="0" spcFirstLastPara="1" rIns="0"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6"/>
          <p:cNvSpPr txBox="1"/>
          <p:nvPr>
            <p:ph idx="1" type="body"/>
          </p:nvPr>
        </p:nvSpPr>
        <p:spPr>
          <a:xfrm>
            <a:off x="752400" y="2470055"/>
            <a:ext cx="3513600" cy="1291800"/>
          </a:xfrm>
          <a:prstGeom prst="rect">
            <a:avLst/>
          </a:prstGeom>
        </p:spPr>
        <p:txBody>
          <a:bodyPr anchorCtr="0" anchor="ctr" bIns="91425" lIns="0" spcFirstLastPara="1" rIns="0"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5" name="Google Shape;85;p6"/>
          <p:cNvSpPr/>
          <p:nvPr/>
        </p:nvSpPr>
        <p:spPr>
          <a:xfrm>
            <a:off x="4526475" y="1152475"/>
            <a:ext cx="3666900" cy="4031400"/>
          </a:xfrm>
          <a:prstGeom prst="roundRect">
            <a:avLst>
              <a:gd fmla="val 6624" name="adj"/>
            </a:avLst>
          </a:prstGeom>
          <a:gradFill>
            <a:gsLst>
              <a:gs pos="0">
                <a:srgbClr val="FFFFFF">
                  <a:alpha val="14117"/>
                  <a:alpha val="7000"/>
                </a:srgbClr>
              </a:gs>
              <a:gs pos="100000">
                <a:srgbClr val="FFFFFF">
                  <a:alpha val="0"/>
                  <a:alpha val="7000"/>
                </a:srgbClr>
              </a:gs>
            </a:gsLst>
            <a:lin ang="16200038"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6"/>
          <p:cNvSpPr/>
          <p:nvPr/>
        </p:nvSpPr>
        <p:spPr>
          <a:xfrm>
            <a:off x="868200" y="4956375"/>
            <a:ext cx="7914900" cy="187200"/>
          </a:xfrm>
          <a:prstGeom prst="rect">
            <a:avLst/>
          </a:prstGeom>
          <a:solidFill>
            <a:srgbClr val="0F073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6"/>
          <p:cNvSpPr/>
          <p:nvPr/>
        </p:nvSpPr>
        <p:spPr>
          <a:xfrm>
            <a:off x="5061213" y="1684125"/>
            <a:ext cx="1138500" cy="1139400"/>
          </a:xfrm>
          <a:prstGeom prst="roundRect">
            <a:avLst>
              <a:gd fmla="val 8139" name="adj"/>
            </a:avLst>
          </a:prstGeom>
          <a:solidFill>
            <a:srgbClr val="FF6A2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6"/>
          <p:cNvSpPr/>
          <p:nvPr/>
        </p:nvSpPr>
        <p:spPr>
          <a:xfrm>
            <a:off x="6520138" y="1684125"/>
            <a:ext cx="1138500" cy="1139400"/>
          </a:xfrm>
          <a:prstGeom prst="roundRect">
            <a:avLst>
              <a:gd fmla="val 8139" name="adj"/>
            </a:avLst>
          </a:prstGeom>
          <a:solidFill>
            <a:srgbClr val="FCB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6"/>
          <p:cNvSpPr/>
          <p:nvPr/>
        </p:nvSpPr>
        <p:spPr>
          <a:xfrm>
            <a:off x="5061200" y="3100900"/>
            <a:ext cx="1138500" cy="1139400"/>
          </a:xfrm>
          <a:prstGeom prst="roundRect">
            <a:avLst>
              <a:gd fmla="val 8139" name="adj"/>
            </a:avLst>
          </a:prstGeom>
          <a:solidFill>
            <a:srgbClr val="1BC5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6"/>
          <p:cNvSpPr/>
          <p:nvPr/>
        </p:nvSpPr>
        <p:spPr>
          <a:xfrm>
            <a:off x="6520125" y="3100900"/>
            <a:ext cx="1138500" cy="1139400"/>
          </a:xfrm>
          <a:prstGeom prst="roundRect">
            <a:avLst>
              <a:gd fmla="val 8139" name="adj"/>
            </a:avLst>
          </a:prstGeom>
          <a:solidFill>
            <a:srgbClr val="424E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6"/>
          <p:cNvSpPr txBox="1"/>
          <p:nvPr>
            <p:ph idx="2" type="title"/>
          </p:nvPr>
        </p:nvSpPr>
        <p:spPr>
          <a:xfrm>
            <a:off x="5061600" y="1954800"/>
            <a:ext cx="1137600" cy="594000"/>
          </a:xfrm>
          <a:prstGeom prst="rect">
            <a:avLst/>
          </a:prstGeom>
        </p:spPr>
        <p:txBody>
          <a:bodyPr anchorCtr="0" anchor="ctr" bIns="91425" lIns="0" spcFirstLastPara="1" rIns="0" wrap="square" tIns="91425">
            <a:norm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92" name="Google Shape;92;p6"/>
          <p:cNvSpPr txBox="1"/>
          <p:nvPr>
            <p:ph idx="3" type="title"/>
          </p:nvPr>
        </p:nvSpPr>
        <p:spPr>
          <a:xfrm>
            <a:off x="6519600" y="1954800"/>
            <a:ext cx="1137600" cy="594000"/>
          </a:xfrm>
          <a:prstGeom prst="rect">
            <a:avLst/>
          </a:prstGeom>
        </p:spPr>
        <p:txBody>
          <a:bodyPr anchorCtr="0" anchor="ctr" bIns="91425" lIns="0" spcFirstLastPara="1" rIns="0" wrap="square" tIns="91425">
            <a:norm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93" name="Google Shape;93;p6"/>
          <p:cNvSpPr txBox="1"/>
          <p:nvPr>
            <p:ph idx="4" type="title"/>
          </p:nvPr>
        </p:nvSpPr>
        <p:spPr>
          <a:xfrm>
            <a:off x="5061600" y="3373200"/>
            <a:ext cx="1137600" cy="594000"/>
          </a:xfrm>
          <a:prstGeom prst="rect">
            <a:avLst/>
          </a:prstGeom>
        </p:spPr>
        <p:txBody>
          <a:bodyPr anchorCtr="0" anchor="ctr" bIns="91425" lIns="0" spcFirstLastPara="1" rIns="0" wrap="square" tIns="91425">
            <a:norm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94" name="Google Shape;94;p6"/>
          <p:cNvSpPr txBox="1"/>
          <p:nvPr>
            <p:ph idx="5" type="title"/>
          </p:nvPr>
        </p:nvSpPr>
        <p:spPr>
          <a:xfrm>
            <a:off x="6519600" y="3373200"/>
            <a:ext cx="1137600" cy="594000"/>
          </a:xfrm>
          <a:prstGeom prst="rect">
            <a:avLst/>
          </a:prstGeom>
        </p:spPr>
        <p:txBody>
          <a:bodyPr anchorCtr="0" anchor="ctr" bIns="91425" lIns="0" spcFirstLastPara="1" rIns="0" wrap="square" tIns="91425">
            <a:norm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ndations of Coding Slide">
  <p:cSld name="ONE_COLUMN_TEXT">
    <p:spTree>
      <p:nvGrpSpPr>
        <p:cNvPr id="95" name="Shape 95"/>
        <p:cNvGrpSpPr/>
        <p:nvPr/>
      </p:nvGrpSpPr>
      <p:grpSpPr>
        <a:xfrm>
          <a:off x="0" y="0"/>
          <a:ext cx="0" cy="0"/>
          <a:chOff x="0" y="0"/>
          <a:chExt cx="0" cy="0"/>
        </a:xfrm>
      </p:grpSpPr>
      <p:sp>
        <p:nvSpPr>
          <p:cNvPr id="96" name="Google Shape;9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97" name="Google Shape;97;p7"/>
          <p:cNvSpPr/>
          <p:nvPr/>
        </p:nvSpPr>
        <p:spPr>
          <a:xfrm>
            <a:off x="8569736" y="587802"/>
            <a:ext cx="322399" cy="383907"/>
          </a:xfrm>
          <a:custGeom>
            <a:rect b="b" l="l" r="r" t="t"/>
            <a:pathLst>
              <a:path extrusionOk="0" h="15245" w="13119">
                <a:moveTo>
                  <a:pt x="6574" y="4355"/>
                </a:moveTo>
                <a:cubicBezTo>
                  <a:pt x="7730" y="4355"/>
                  <a:pt x="8691" y="5255"/>
                  <a:pt x="8751" y="6426"/>
                </a:cubicBezTo>
                <a:cubicBezTo>
                  <a:pt x="8766" y="6816"/>
                  <a:pt x="8751" y="7221"/>
                  <a:pt x="8751" y="7626"/>
                </a:cubicBezTo>
                <a:cubicBezTo>
                  <a:pt x="8751" y="8017"/>
                  <a:pt x="8766" y="8422"/>
                  <a:pt x="8751" y="8812"/>
                </a:cubicBezTo>
                <a:cubicBezTo>
                  <a:pt x="8691" y="9983"/>
                  <a:pt x="7730" y="10883"/>
                  <a:pt x="6574" y="10883"/>
                </a:cubicBezTo>
                <a:cubicBezTo>
                  <a:pt x="5419" y="10883"/>
                  <a:pt x="4443" y="9983"/>
                  <a:pt x="4413" y="8812"/>
                </a:cubicBezTo>
                <a:cubicBezTo>
                  <a:pt x="4383" y="8017"/>
                  <a:pt x="4383" y="7221"/>
                  <a:pt x="4413" y="6426"/>
                </a:cubicBezTo>
                <a:cubicBezTo>
                  <a:pt x="4443" y="5270"/>
                  <a:pt x="5419" y="4355"/>
                  <a:pt x="6574" y="4355"/>
                </a:cubicBezTo>
                <a:close/>
                <a:moveTo>
                  <a:pt x="6630" y="0"/>
                </a:moveTo>
                <a:cubicBezTo>
                  <a:pt x="3565" y="0"/>
                  <a:pt x="919" y="1994"/>
                  <a:pt x="256" y="5030"/>
                </a:cubicBezTo>
                <a:cubicBezTo>
                  <a:pt x="1" y="6261"/>
                  <a:pt x="61" y="7551"/>
                  <a:pt x="61" y="8812"/>
                </a:cubicBezTo>
                <a:cubicBezTo>
                  <a:pt x="61" y="11604"/>
                  <a:pt x="1907" y="14050"/>
                  <a:pt x="4608" y="14936"/>
                </a:cubicBezTo>
                <a:cubicBezTo>
                  <a:pt x="5248" y="15144"/>
                  <a:pt x="5908" y="15244"/>
                  <a:pt x="6564" y="15244"/>
                </a:cubicBezTo>
                <a:cubicBezTo>
                  <a:pt x="8552" y="15244"/>
                  <a:pt x="10503" y="14321"/>
                  <a:pt x="11767" y="12684"/>
                </a:cubicBezTo>
                <a:cubicBezTo>
                  <a:pt x="12473" y="11754"/>
                  <a:pt x="12818" y="10688"/>
                  <a:pt x="13118" y="9578"/>
                </a:cubicBezTo>
                <a:lnTo>
                  <a:pt x="13118" y="5660"/>
                </a:lnTo>
                <a:cubicBezTo>
                  <a:pt x="13073" y="5540"/>
                  <a:pt x="13028" y="5435"/>
                  <a:pt x="12998" y="5315"/>
                </a:cubicBezTo>
                <a:cubicBezTo>
                  <a:pt x="12383" y="2298"/>
                  <a:pt x="9801" y="77"/>
                  <a:pt x="6799" y="2"/>
                </a:cubicBezTo>
                <a:cubicBezTo>
                  <a:pt x="6743" y="1"/>
                  <a:pt x="6686" y="0"/>
                  <a:pt x="6630" y="0"/>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a:off x="8569736" y="1575007"/>
            <a:ext cx="322399" cy="384083"/>
          </a:xfrm>
          <a:custGeom>
            <a:rect b="b" l="l" r="r" t="t"/>
            <a:pathLst>
              <a:path extrusionOk="0" h="15252" w="13119">
                <a:moveTo>
                  <a:pt x="6573" y="4370"/>
                </a:moveTo>
                <a:cubicBezTo>
                  <a:pt x="7746" y="4370"/>
                  <a:pt x="8706" y="5280"/>
                  <a:pt x="8751" y="6456"/>
                </a:cubicBezTo>
                <a:cubicBezTo>
                  <a:pt x="8781" y="7237"/>
                  <a:pt x="8766" y="8017"/>
                  <a:pt x="8751" y="8798"/>
                </a:cubicBezTo>
                <a:cubicBezTo>
                  <a:pt x="8706" y="9974"/>
                  <a:pt x="7745" y="10899"/>
                  <a:pt x="6587" y="10899"/>
                </a:cubicBezTo>
                <a:cubicBezTo>
                  <a:pt x="6578" y="10899"/>
                  <a:pt x="6569" y="10899"/>
                  <a:pt x="6559" y="10899"/>
                </a:cubicBezTo>
                <a:cubicBezTo>
                  <a:pt x="5404" y="10884"/>
                  <a:pt x="4458" y="9968"/>
                  <a:pt x="4398" y="8798"/>
                </a:cubicBezTo>
                <a:cubicBezTo>
                  <a:pt x="4383" y="8407"/>
                  <a:pt x="4398" y="8002"/>
                  <a:pt x="4398" y="7612"/>
                </a:cubicBezTo>
                <a:cubicBezTo>
                  <a:pt x="4398" y="7222"/>
                  <a:pt x="4383" y="6846"/>
                  <a:pt x="4398" y="6471"/>
                </a:cubicBezTo>
                <a:cubicBezTo>
                  <a:pt x="4443" y="5301"/>
                  <a:pt x="5389" y="4385"/>
                  <a:pt x="6544" y="4370"/>
                </a:cubicBezTo>
                <a:cubicBezTo>
                  <a:pt x="6554" y="4370"/>
                  <a:pt x="6564" y="4370"/>
                  <a:pt x="6573" y="4370"/>
                </a:cubicBezTo>
                <a:close/>
                <a:moveTo>
                  <a:pt x="6631" y="1"/>
                </a:moveTo>
                <a:cubicBezTo>
                  <a:pt x="3565" y="1"/>
                  <a:pt x="919" y="2009"/>
                  <a:pt x="256" y="5045"/>
                </a:cubicBezTo>
                <a:cubicBezTo>
                  <a:pt x="1" y="6261"/>
                  <a:pt x="61" y="7567"/>
                  <a:pt x="61" y="8828"/>
                </a:cubicBezTo>
                <a:cubicBezTo>
                  <a:pt x="61" y="11604"/>
                  <a:pt x="1907" y="14051"/>
                  <a:pt x="4608" y="14936"/>
                </a:cubicBezTo>
                <a:cubicBezTo>
                  <a:pt x="5251" y="15149"/>
                  <a:pt x="5913" y="15251"/>
                  <a:pt x="6571" y="15251"/>
                </a:cubicBezTo>
                <a:cubicBezTo>
                  <a:pt x="8556" y="15251"/>
                  <a:pt x="10505" y="14319"/>
                  <a:pt x="11767" y="12685"/>
                </a:cubicBezTo>
                <a:cubicBezTo>
                  <a:pt x="12473" y="11754"/>
                  <a:pt x="12818" y="10689"/>
                  <a:pt x="13118" y="9593"/>
                </a:cubicBezTo>
                <a:lnTo>
                  <a:pt x="13118" y="5661"/>
                </a:lnTo>
                <a:cubicBezTo>
                  <a:pt x="13073" y="5556"/>
                  <a:pt x="13028" y="5436"/>
                  <a:pt x="12998" y="5316"/>
                </a:cubicBezTo>
                <a:cubicBezTo>
                  <a:pt x="12383" y="2299"/>
                  <a:pt x="9801" y="78"/>
                  <a:pt x="6799" y="3"/>
                </a:cubicBezTo>
                <a:cubicBezTo>
                  <a:pt x="6743" y="1"/>
                  <a:pt x="6687" y="1"/>
                  <a:pt x="6631" y="1"/>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8566787" y="1081455"/>
            <a:ext cx="325348" cy="384436"/>
          </a:xfrm>
          <a:custGeom>
            <a:rect b="b" l="l" r="r" t="t"/>
            <a:pathLst>
              <a:path extrusionOk="0" h="15266" w="13239">
                <a:moveTo>
                  <a:pt x="2492" y="0"/>
                </a:moveTo>
                <a:cubicBezTo>
                  <a:pt x="1126" y="0"/>
                  <a:pt x="151" y="931"/>
                  <a:pt x="166" y="2192"/>
                </a:cubicBezTo>
                <a:cubicBezTo>
                  <a:pt x="166" y="3437"/>
                  <a:pt x="1141" y="4353"/>
                  <a:pt x="2462" y="4353"/>
                </a:cubicBezTo>
                <a:cubicBezTo>
                  <a:pt x="2687" y="4358"/>
                  <a:pt x="2911" y="4359"/>
                  <a:pt x="3134" y="4359"/>
                </a:cubicBezTo>
                <a:cubicBezTo>
                  <a:pt x="3581" y="4359"/>
                  <a:pt x="4028" y="4353"/>
                  <a:pt x="4488" y="4353"/>
                </a:cubicBezTo>
                <a:lnTo>
                  <a:pt x="4488" y="10897"/>
                </a:lnTo>
                <a:cubicBezTo>
                  <a:pt x="4056" y="10897"/>
                  <a:pt x="3634" y="10880"/>
                  <a:pt x="3217" y="10880"/>
                </a:cubicBezTo>
                <a:cubicBezTo>
                  <a:pt x="2939" y="10880"/>
                  <a:pt x="2663" y="10888"/>
                  <a:pt x="2387" y="10912"/>
                </a:cubicBezTo>
                <a:cubicBezTo>
                  <a:pt x="2012" y="10927"/>
                  <a:pt x="1591" y="11017"/>
                  <a:pt x="1261" y="11197"/>
                </a:cubicBezTo>
                <a:cubicBezTo>
                  <a:pt x="406" y="11647"/>
                  <a:pt x="0" y="12638"/>
                  <a:pt x="226" y="13553"/>
                </a:cubicBezTo>
                <a:cubicBezTo>
                  <a:pt x="466" y="14574"/>
                  <a:pt x="1291" y="15234"/>
                  <a:pt x="2357" y="15249"/>
                </a:cubicBezTo>
                <a:cubicBezTo>
                  <a:pt x="3909" y="15249"/>
                  <a:pt x="5461" y="15239"/>
                  <a:pt x="7017" y="15239"/>
                </a:cubicBezTo>
                <a:cubicBezTo>
                  <a:pt x="8183" y="15239"/>
                  <a:pt x="9351" y="15245"/>
                  <a:pt x="10522" y="15264"/>
                </a:cubicBezTo>
                <a:cubicBezTo>
                  <a:pt x="10561" y="15265"/>
                  <a:pt x="10600" y="15265"/>
                  <a:pt x="10639" y="15265"/>
                </a:cubicBezTo>
                <a:cubicBezTo>
                  <a:pt x="11925" y="15265"/>
                  <a:pt x="12801" y="14776"/>
                  <a:pt x="13238" y="13508"/>
                </a:cubicBezTo>
                <a:lnTo>
                  <a:pt x="13223" y="13508"/>
                </a:lnTo>
                <a:lnTo>
                  <a:pt x="13223" y="12638"/>
                </a:lnTo>
                <a:cubicBezTo>
                  <a:pt x="12819" y="11424"/>
                  <a:pt x="11987" y="10872"/>
                  <a:pt x="10787" y="10872"/>
                </a:cubicBezTo>
                <a:cubicBezTo>
                  <a:pt x="10696" y="10872"/>
                  <a:pt x="10602" y="10875"/>
                  <a:pt x="10507" y="10882"/>
                </a:cubicBezTo>
                <a:cubicBezTo>
                  <a:pt x="10281" y="10901"/>
                  <a:pt x="10054" y="10906"/>
                  <a:pt x="9822" y="10906"/>
                </a:cubicBezTo>
                <a:cubicBezTo>
                  <a:pt x="9513" y="10906"/>
                  <a:pt x="9197" y="10897"/>
                  <a:pt x="8871" y="10897"/>
                </a:cubicBezTo>
                <a:lnTo>
                  <a:pt x="8871" y="10236"/>
                </a:lnTo>
                <a:cubicBezTo>
                  <a:pt x="8871" y="7595"/>
                  <a:pt x="8871" y="4968"/>
                  <a:pt x="8871" y="2342"/>
                </a:cubicBezTo>
                <a:cubicBezTo>
                  <a:pt x="8871" y="901"/>
                  <a:pt x="7970" y="0"/>
                  <a:pt x="6514" y="0"/>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p:nvPr/>
        </p:nvSpPr>
        <p:spPr>
          <a:xfrm>
            <a:off x="7519238" y="587903"/>
            <a:ext cx="324243" cy="384285"/>
          </a:xfrm>
          <a:custGeom>
            <a:rect b="b" l="l" r="r" t="t"/>
            <a:pathLst>
              <a:path extrusionOk="0" h="15260" w="13194">
                <a:moveTo>
                  <a:pt x="6620" y="4351"/>
                </a:moveTo>
                <a:cubicBezTo>
                  <a:pt x="7775" y="4351"/>
                  <a:pt x="8736" y="5251"/>
                  <a:pt x="8796" y="6422"/>
                </a:cubicBezTo>
                <a:cubicBezTo>
                  <a:pt x="8826" y="6812"/>
                  <a:pt x="8796" y="7217"/>
                  <a:pt x="8796" y="7607"/>
                </a:cubicBezTo>
                <a:cubicBezTo>
                  <a:pt x="8796" y="8013"/>
                  <a:pt x="8811" y="8418"/>
                  <a:pt x="8796" y="8808"/>
                </a:cubicBezTo>
                <a:cubicBezTo>
                  <a:pt x="8736" y="9979"/>
                  <a:pt x="7790" y="10879"/>
                  <a:pt x="6635" y="10879"/>
                </a:cubicBezTo>
                <a:cubicBezTo>
                  <a:pt x="5479" y="10879"/>
                  <a:pt x="4503" y="9979"/>
                  <a:pt x="4458" y="8808"/>
                </a:cubicBezTo>
                <a:cubicBezTo>
                  <a:pt x="4428" y="8013"/>
                  <a:pt x="4428" y="7217"/>
                  <a:pt x="4458" y="6422"/>
                </a:cubicBezTo>
                <a:cubicBezTo>
                  <a:pt x="4503" y="5266"/>
                  <a:pt x="5464" y="4351"/>
                  <a:pt x="6620" y="4351"/>
                </a:cubicBezTo>
                <a:close/>
                <a:moveTo>
                  <a:pt x="6612" y="1"/>
                </a:moveTo>
                <a:cubicBezTo>
                  <a:pt x="4367" y="1"/>
                  <a:pt x="2257" y="1159"/>
                  <a:pt x="1036" y="3150"/>
                </a:cubicBezTo>
                <a:cubicBezTo>
                  <a:pt x="196" y="4531"/>
                  <a:pt x="1" y="6032"/>
                  <a:pt x="91" y="7607"/>
                </a:cubicBezTo>
                <a:cubicBezTo>
                  <a:pt x="91" y="8008"/>
                  <a:pt x="91" y="8408"/>
                  <a:pt x="91" y="8793"/>
                </a:cubicBezTo>
                <a:cubicBezTo>
                  <a:pt x="136" y="12095"/>
                  <a:pt x="2627" y="14812"/>
                  <a:pt x="5974" y="15217"/>
                </a:cubicBezTo>
                <a:cubicBezTo>
                  <a:pt x="6212" y="15245"/>
                  <a:pt x="6450" y="15259"/>
                  <a:pt x="6687" y="15259"/>
                </a:cubicBezTo>
                <a:cubicBezTo>
                  <a:pt x="9560" y="15259"/>
                  <a:pt x="12286" y="13206"/>
                  <a:pt x="12923" y="10294"/>
                </a:cubicBezTo>
                <a:cubicBezTo>
                  <a:pt x="13193" y="9063"/>
                  <a:pt x="13148" y="7742"/>
                  <a:pt x="13148" y="6467"/>
                </a:cubicBezTo>
                <a:cubicBezTo>
                  <a:pt x="13148" y="3585"/>
                  <a:pt x="11167" y="1004"/>
                  <a:pt x="8421" y="253"/>
                </a:cubicBezTo>
                <a:cubicBezTo>
                  <a:pt x="7818" y="83"/>
                  <a:pt x="7210" y="1"/>
                  <a:pt x="6612" y="1"/>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8045605" y="1081052"/>
            <a:ext cx="324218" cy="384411"/>
          </a:xfrm>
          <a:custGeom>
            <a:rect b="b" l="l" r="r" t="t"/>
            <a:pathLst>
              <a:path extrusionOk="0" h="15265" w="13193">
                <a:moveTo>
                  <a:pt x="6557" y="4369"/>
                </a:moveTo>
                <a:cubicBezTo>
                  <a:pt x="7715" y="4369"/>
                  <a:pt x="8690" y="5294"/>
                  <a:pt x="8720" y="6470"/>
                </a:cubicBezTo>
                <a:cubicBezTo>
                  <a:pt x="8750" y="7250"/>
                  <a:pt x="8750" y="8031"/>
                  <a:pt x="8720" y="8811"/>
                </a:cubicBezTo>
                <a:cubicBezTo>
                  <a:pt x="8690" y="9997"/>
                  <a:pt x="7700" y="10913"/>
                  <a:pt x="6529" y="10913"/>
                </a:cubicBezTo>
                <a:cubicBezTo>
                  <a:pt x="5373" y="10898"/>
                  <a:pt x="4428" y="9967"/>
                  <a:pt x="4383" y="8811"/>
                </a:cubicBezTo>
                <a:cubicBezTo>
                  <a:pt x="4368" y="8406"/>
                  <a:pt x="4383" y="8016"/>
                  <a:pt x="4383" y="7611"/>
                </a:cubicBezTo>
                <a:cubicBezTo>
                  <a:pt x="4383" y="7235"/>
                  <a:pt x="4368" y="6860"/>
                  <a:pt x="4383" y="6470"/>
                </a:cubicBezTo>
                <a:cubicBezTo>
                  <a:pt x="4428" y="5314"/>
                  <a:pt x="5373" y="4384"/>
                  <a:pt x="6529" y="4369"/>
                </a:cubicBezTo>
                <a:cubicBezTo>
                  <a:pt x="6538" y="4369"/>
                  <a:pt x="6548" y="4369"/>
                  <a:pt x="6557" y="4369"/>
                </a:cubicBezTo>
                <a:close/>
                <a:moveTo>
                  <a:pt x="6494" y="1"/>
                </a:moveTo>
                <a:cubicBezTo>
                  <a:pt x="3618" y="1"/>
                  <a:pt x="906" y="2050"/>
                  <a:pt x="270" y="4939"/>
                </a:cubicBezTo>
                <a:cubicBezTo>
                  <a:pt x="0" y="6200"/>
                  <a:pt x="30" y="7536"/>
                  <a:pt x="30" y="8826"/>
                </a:cubicBezTo>
                <a:cubicBezTo>
                  <a:pt x="30" y="11693"/>
                  <a:pt x="2041" y="14259"/>
                  <a:pt x="4788" y="15025"/>
                </a:cubicBezTo>
                <a:cubicBezTo>
                  <a:pt x="5369" y="15187"/>
                  <a:pt x="5958" y="15264"/>
                  <a:pt x="6540" y="15264"/>
                </a:cubicBezTo>
                <a:cubicBezTo>
                  <a:pt x="8769" y="15264"/>
                  <a:pt x="10898" y="14122"/>
                  <a:pt x="12112" y="12158"/>
                </a:cubicBezTo>
                <a:cubicBezTo>
                  <a:pt x="12968" y="10777"/>
                  <a:pt x="13193" y="9262"/>
                  <a:pt x="13088" y="7671"/>
                </a:cubicBezTo>
                <a:cubicBezTo>
                  <a:pt x="13088" y="7250"/>
                  <a:pt x="13103" y="6830"/>
                  <a:pt x="13088" y="6425"/>
                </a:cubicBezTo>
                <a:cubicBezTo>
                  <a:pt x="13043" y="3153"/>
                  <a:pt x="10551" y="452"/>
                  <a:pt x="7234" y="46"/>
                </a:cubicBezTo>
                <a:cubicBezTo>
                  <a:pt x="6987" y="16"/>
                  <a:pt x="6740" y="1"/>
                  <a:pt x="6494" y="1"/>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p:nvPr/>
        </p:nvSpPr>
        <p:spPr>
          <a:xfrm>
            <a:off x="7519238" y="1575460"/>
            <a:ext cx="324243" cy="384184"/>
          </a:xfrm>
          <a:custGeom>
            <a:rect b="b" l="l" r="r" t="t"/>
            <a:pathLst>
              <a:path extrusionOk="0" h="15256" w="13194">
                <a:moveTo>
                  <a:pt x="6633" y="4352"/>
                </a:moveTo>
                <a:cubicBezTo>
                  <a:pt x="7806" y="4352"/>
                  <a:pt x="8751" y="5262"/>
                  <a:pt x="8796" y="6453"/>
                </a:cubicBezTo>
                <a:cubicBezTo>
                  <a:pt x="8811" y="6828"/>
                  <a:pt x="8796" y="7219"/>
                  <a:pt x="8796" y="7594"/>
                </a:cubicBezTo>
                <a:lnTo>
                  <a:pt x="8811" y="7594"/>
                </a:lnTo>
                <a:cubicBezTo>
                  <a:pt x="8811" y="7999"/>
                  <a:pt x="8826" y="8389"/>
                  <a:pt x="8796" y="8795"/>
                </a:cubicBezTo>
                <a:cubicBezTo>
                  <a:pt x="8751" y="9971"/>
                  <a:pt x="7791" y="10881"/>
                  <a:pt x="6618" y="10881"/>
                </a:cubicBezTo>
                <a:cubicBezTo>
                  <a:pt x="6609" y="10881"/>
                  <a:pt x="6599" y="10881"/>
                  <a:pt x="6590" y="10881"/>
                </a:cubicBezTo>
                <a:cubicBezTo>
                  <a:pt x="5449" y="10866"/>
                  <a:pt x="4488" y="9935"/>
                  <a:pt x="4458" y="8780"/>
                </a:cubicBezTo>
                <a:cubicBezTo>
                  <a:pt x="4428" y="7999"/>
                  <a:pt x="4428" y="7219"/>
                  <a:pt x="4458" y="6438"/>
                </a:cubicBezTo>
                <a:cubicBezTo>
                  <a:pt x="4488" y="5268"/>
                  <a:pt x="5449" y="4352"/>
                  <a:pt x="6605" y="4352"/>
                </a:cubicBezTo>
                <a:cubicBezTo>
                  <a:pt x="6614" y="4352"/>
                  <a:pt x="6624" y="4352"/>
                  <a:pt x="6633" y="4352"/>
                </a:cubicBezTo>
                <a:close/>
                <a:moveTo>
                  <a:pt x="6628" y="0"/>
                </a:moveTo>
                <a:cubicBezTo>
                  <a:pt x="4377" y="0"/>
                  <a:pt x="2266" y="1145"/>
                  <a:pt x="1051" y="3121"/>
                </a:cubicBezTo>
                <a:cubicBezTo>
                  <a:pt x="211" y="4502"/>
                  <a:pt x="1" y="6003"/>
                  <a:pt x="91" y="7564"/>
                </a:cubicBezTo>
                <a:cubicBezTo>
                  <a:pt x="91" y="7984"/>
                  <a:pt x="91" y="8404"/>
                  <a:pt x="91" y="8825"/>
                </a:cubicBezTo>
                <a:cubicBezTo>
                  <a:pt x="136" y="12112"/>
                  <a:pt x="2672" y="14843"/>
                  <a:pt x="6004" y="15218"/>
                </a:cubicBezTo>
                <a:cubicBezTo>
                  <a:pt x="6228" y="15243"/>
                  <a:pt x="6452" y="15255"/>
                  <a:pt x="6674" y="15255"/>
                </a:cubicBezTo>
                <a:cubicBezTo>
                  <a:pt x="9559" y="15255"/>
                  <a:pt x="12281" y="13224"/>
                  <a:pt x="12908" y="10325"/>
                </a:cubicBezTo>
                <a:cubicBezTo>
                  <a:pt x="13193" y="9065"/>
                  <a:pt x="13148" y="7729"/>
                  <a:pt x="13148" y="6423"/>
                </a:cubicBezTo>
                <a:cubicBezTo>
                  <a:pt x="13148" y="3557"/>
                  <a:pt x="11137" y="975"/>
                  <a:pt x="8406" y="240"/>
                </a:cubicBezTo>
                <a:cubicBezTo>
                  <a:pt x="7813" y="78"/>
                  <a:pt x="7216" y="0"/>
                  <a:pt x="6628" y="0"/>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8045974" y="587550"/>
            <a:ext cx="321638" cy="384235"/>
          </a:xfrm>
          <a:custGeom>
            <a:rect b="b" l="l" r="r" t="t"/>
            <a:pathLst>
              <a:path extrusionOk="0" h="15258" w="13088">
                <a:moveTo>
                  <a:pt x="4355" y="1"/>
                </a:moveTo>
                <a:cubicBezTo>
                  <a:pt x="3666" y="1"/>
                  <a:pt x="2979" y="5"/>
                  <a:pt x="2297" y="12"/>
                </a:cubicBezTo>
                <a:cubicBezTo>
                  <a:pt x="961" y="12"/>
                  <a:pt x="0" y="943"/>
                  <a:pt x="0" y="2188"/>
                </a:cubicBezTo>
                <a:cubicBezTo>
                  <a:pt x="15" y="3434"/>
                  <a:pt x="976" y="4350"/>
                  <a:pt x="2312" y="4365"/>
                </a:cubicBezTo>
                <a:lnTo>
                  <a:pt x="4323" y="4365"/>
                </a:lnTo>
                <a:lnTo>
                  <a:pt x="4323" y="10908"/>
                </a:lnTo>
                <a:cubicBezTo>
                  <a:pt x="3832" y="10908"/>
                  <a:pt x="3356" y="10902"/>
                  <a:pt x="2883" y="10902"/>
                </a:cubicBezTo>
                <a:cubicBezTo>
                  <a:pt x="2647" y="10902"/>
                  <a:pt x="2412" y="10903"/>
                  <a:pt x="2177" y="10908"/>
                </a:cubicBezTo>
                <a:cubicBezTo>
                  <a:pt x="946" y="10923"/>
                  <a:pt x="0" y="11884"/>
                  <a:pt x="0" y="13085"/>
                </a:cubicBezTo>
                <a:cubicBezTo>
                  <a:pt x="15" y="14285"/>
                  <a:pt x="961" y="15246"/>
                  <a:pt x="2207" y="15246"/>
                </a:cubicBezTo>
                <a:cubicBezTo>
                  <a:pt x="3647" y="15253"/>
                  <a:pt x="5088" y="15257"/>
                  <a:pt x="6529" y="15257"/>
                </a:cubicBezTo>
                <a:cubicBezTo>
                  <a:pt x="7970" y="15257"/>
                  <a:pt x="9411" y="15253"/>
                  <a:pt x="10852" y="15246"/>
                </a:cubicBezTo>
                <a:cubicBezTo>
                  <a:pt x="12127" y="15246"/>
                  <a:pt x="13088" y="14285"/>
                  <a:pt x="13073" y="13055"/>
                </a:cubicBezTo>
                <a:cubicBezTo>
                  <a:pt x="13058" y="11854"/>
                  <a:pt x="12112" y="10923"/>
                  <a:pt x="10867" y="10908"/>
                </a:cubicBezTo>
                <a:cubicBezTo>
                  <a:pt x="10176" y="10893"/>
                  <a:pt x="9486" y="10893"/>
                  <a:pt x="8720" y="10893"/>
                </a:cubicBezTo>
                <a:lnTo>
                  <a:pt x="8720" y="10248"/>
                </a:lnTo>
                <a:cubicBezTo>
                  <a:pt x="8720" y="7606"/>
                  <a:pt x="8720" y="4950"/>
                  <a:pt x="8720" y="2308"/>
                </a:cubicBezTo>
                <a:cubicBezTo>
                  <a:pt x="8705" y="928"/>
                  <a:pt x="7790" y="12"/>
                  <a:pt x="6424" y="12"/>
                </a:cubicBezTo>
                <a:cubicBezTo>
                  <a:pt x="5734" y="5"/>
                  <a:pt x="5043" y="1"/>
                  <a:pt x="4355" y="1"/>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p:nvPr/>
        </p:nvSpPr>
        <p:spPr>
          <a:xfrm>
            <a:off x="7518501" y="1081102"/>
            <a:ext cx="324243" cy="384386"/>
          </a:xfrm>
          <a:custGeom>
            <a:rect b="b" l="l" r="r" t="t"/>
            <a:pathLst>
              <a:path extrusionOk="0" h="15264" w="13194">
                <a:moveTo>
                  <a:pt x="4253" y="1"/>
                </a:moveTo>
                <a:cubicBezTo>
                  <a:pt x="3564" y="1"/>
                  <a:pt x="2876" y="9"/>
                  <a:pt x="2192" y="29"/>
                </a:cubicBezTo>
                <a:cubicBezTo>
                  <a:pt x="946" y="59"/>
                  <a:pt x="1" y="1185"/>
                  <a:pt x="136" y="2416"/>
                </a:cubicBezTo>
                <a:cubicBezTo>
                  <a:pt x="241" y="3526"/>
                  <a:pt x="1157" y="4352"/>
                  <a:pt x="2312" y="4367"/>
                </a:cubicBezTo>
                <a:cubicBezTo>
                  <a:pt x="2552" y="4372"/>
                  <a:pt x="2792" y="4373"/>
                  <a:pt x="3031" y="4373"/>
                </a:cubicBezTo>
                <a:cubicBezTo>
                  <a:pt x="3510" y="4373"/>
                  <a:pt x="3983" y="4367"/>
                  <a:pt x="4443" y="4367"/>
                </a:cubicBezTo>
                <a:lnTo>
                  <a:pt x="4443" y="10911"/>
                </a:lnTo>
                <a:cubicBezTo>
                  <a:pt x="3963" y="10911"/>
                  <a:pt x="3503" y="10904"/>
                  <a:pt x="3045" y="10904"/>
                </a:cubicBezTo>
                <a:cubicBezTo>
                  <a:pt x="2816" y="10904"/>
                  <a:pt x="2587" y="10906"/>
                  <a:pt x="2357" y="10911"/>
                </a:cubicBezTo>
                <a:cubicBezTo>
                  <a:pt x="1081" y="10926"/>
                  <a:pt x="121" y="11856"/>
                  <a:pt x="121" y="13087"/>
                </a:cubicBezTo>
                <a:cubicBezTo>
                  <a:pt x="121" y="14318"/>
                  <a:pt x="1081" y="15248"/>
                  <a:pt x="2372" y="15263"/>
                </a:cubicBezTo>
                <a:lnTo>
                  <a:pt x="10972" y="15263"/>
                </a:lnTo>
                <a:cubicBezTo>
                  <a:pt x="12248" y="15248"/>
                  <a:pt x="13193" y="14287"/>
                  <a:pt x="13193" y="13057"/>
                </a:cubicBezTo>
                <a:cubicBezTo>
                  <a:pt x="13178" y="11856"/>
                  <a:pt x="12233" y="10926"/>
                  <a:pt x="10987" y="10911"/>
                </a:cubicBezTo>
                <a:cubicBezTo>
                  <a:pt x="10757" y="10906"/>
                  <a:pt x="10527" y="10904"/>
                  <a:pt x="10294" y="10904"/>
                </a:cubicBezTo>
                <a:cubicBezTo>
                  <a:pt x="9828" y="10904"/>
                  <a:pt x="9351" y="10911"/>
                  <a:pt x="8841" y="10911"/>
                </a:cubicBezTo>
                <a:lnTo>
                  <a:pt x="8826" y="10911"/>
                </a:lnTo>
                <a:lnTo>
                  <a:pt x="8826" y="10265"/>
                </a:lnTo>
                <a:cubicBezTo>
                  <a:pt x="8826" y="7594"/>
                  <a:pt x="8841" y="4922"/>
                  <a:pt x="8826" y="2251"/>
                </a:cubicBezTo>
                <a:cubicBezTo>
                  <a:pt x="8826" y="1020"/>
                  <a:pt x="7955" y="59"/>
                  <a:pt x="6770" y="29"/>
                </a:cubicBezTo>
                <a:cubicBezTo>
                  <a:pt x="5930" y="13"/>
                  <a:pt x="5090" y="1"/>
                  <a:pt x="4253" y="1"/>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p:nvPr/>
        </p:nvSpPr>
        <p:spPr>
          <a:xfrm>
            <a:off x="8043762" y="1575057"/>
            <a:ext cx="323481" cy="384310"/>
          </a:xfrm>
          <a:custGeom>
            <a:rect b="b" l="l" r="r" t="t"/>
            <a:pathLst>
              <a:path extrusionOk="0" h="15261" w="13163">
                <a:moveTo>
                  <a:pt x="2447" y="1"/>
                </a:moveTo>
                <a:cubicBezTo>
                  <a:pt x="2251" y="1"/>
                  <a:pt x="2056" y="16"/>
                  <a:pt x="1861" y="46"/>
                </a:cubicBezTo>
                <a:cubicBezTo>
                  <a:pt x="736" y="271"/>
                  <a:pt x="0" y="1276"/>
                  <a:pt x="105" y="2402"/>
                </a:cubicBezTo>
                <a:cubicBezTo>
                  <a:pt x="210" y="3483"/>
                  <a:pt x="1111" y="4323"/>
                  <a:pt x="2221" y="4353"/>
                </a:cubicBezTo>
                <a:cubicBezTo>
                  <a:pt x="2467" y="4358"/>
                  <a:pt x="2712" y="4360"/>
                  <a:pt x="2957" y="4360"/>
                </a:cubicBezTo>
                <a:cubicBezTo>
                  <a:pt x="3449" y="4360"/>
                  <a:pt x="3942" y="4353"/>
                  <a:pt x="4443" y="4353"/>
                </a:cubicBezTo>
                <a:lnTo>
                  <a:pt x="4443" y="10897"/>
                </a:lnTo>
                <a:lnTo>
                  <a:pt x="2402" y="10897"/>
                </a:lnTo>
                <a:cubicBezTo>
                  <a:pt x="1066" y="10912"/>
                  <a:pt x="105" y="11827"/>
                  <a:pt x="90" y="13073"/>
                </a:cubicBezTo>
                <a:cubicBezTo>
                  <a:pt x="90" y="14319"/>
                  <a:pt x="1066" y="15249"/>
                  <a:pt x="2387" y="15249"/>
                </a:cubicBezTo>
                <a:cubicBezTo>
                  <a:pt x="3797" y="15257"/>
                  <a:pt x="5212" y="15261"/>
                  <a:pt x="6628" y="15261"/>
                </a:cubicBezTo>
                <a:cubicBezTo>
                  <a:pt x="8045" y="15261"/>
                  <a:pt x="9463" y="15257"/>
                  <a:pt x="10881" y="15249"/>
                </a:cubicBezTo>
                <a:cubicBezTo>
                  <a:pt x="12202" y="15249"/>
                  <a:pt x="13163" y="14319"/>
                  <a:pt x="13163" y="13073"/>
                </a:cubicBezTo>
                <a:cubicBezTo>
                  <a:pt x="13163" y="11827"/>
                  <a:pt x="12187" y="10912"/>
                  <a:pt x="10866" y="10897"/>
                </a:cubicBezTo>
                <a:lnTo>
                  <a:pt x="8810" y="10897"/>
                </a:lnTo>
                <a:lnTo>
                  <a:pt x="8810" y="10266"/>
                </a:lnTo>
                <a:cubicBezTo>
                  <a:pt x="8810" y="7625"/>
                  <a:pt x="8810" y="4998"/>
                  <a:pt x="8810" y="2372"/>
                </a:cubicBezTo>
                <a:cubicBezTo>
                  <a:pt x="8810" y="901"/>
                  <a:pt x="7910" y="16"/>
                  <a:pt x="6424" y="1"/>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
          <p:cNvSpPr/>
          <p:nvPr>
            <p:ph idx="2" type="pic"/>
          </p:nvPr>
        </p:nvSpPr>
        <p:spPr>
          <a:xfrm>
            <a:off x="475200" y="817200"/>
            <a:ext cx="3585600" cy="3873600"/>
          </a:xfrm>
          <a:prstGeom prst="roundRect">
            <a:avLst>
              <a:gd fmla="val 8114" name="adj"/>
            </a:avLst>
          </a:prstGeom>
          <a:noFill/>
          <a:ln>
            <a:noFill/>
          </a:ln>
        </p:spPr>
      </p:sp>
      <p:sp>
        <p:nvSpPr>
          <p:cNvPr id="107" name="Google Shape;107;p7"/>
          <p:cNvSpPr txBox="1"/>
          <p:nvPr>
            <p:ph type="title"/>
          </p:nvPr>
        </p:nvSpPr>
        <p:spPr>
          <a:xfrm>
            <a:off x="4377600" y="817200"/>
            <a:ext cx="3780000" cy="639000"/>
          </a:xfrm>
          <a:prstGeom prst="rect">
            <a:avLst/>
          </a:prstGeom>
        </p:spPr>
        <p:txBody>
          <a:bodyPr anchorCtr="0" anchor="ctr" bIns="91425" lIns="0" spcFirstLastPara="1" rIns="0"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8" name="Google Shape;108;p7"/>
          <p:cNvSpPr txBox="1"/>
          <p:nvPr>
            <p:ph idx="1" type="body"/>
          </p:nvPr>
        </p:nvSpPr>
        <p:spPr>
          <a:xfrm>
            <a:off x="4377600" y="1328349"/>
            <a:ext cx="3780000" cy="1281600"/>
          </a:xfrm>
          <a:prstGeom prst="rect">
            <a:avLst/>
          </a:prstGeom>
        </p:spPr>
        <p:txBody>
          <a:bodyPr anchorCtr="0" anchor="ctr" bIns="91425" lIns="0" spcFirstLastPara="1" rIns="0"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09" name="Google Shape;109;p7"/>
          <p:cNvSpPr/>
          <p:nvPr/>
        </p:nvSpPr>
        <p:spPr>
          <a:xfrm>
            <a:off x="4377925" y="2722625"/>
            <a:ext cx="4093500" cy="716400"/>
          </a:xfrm>
          <a:prstGeom prst="roundRect">
            <a:avLst>
              <a:gd fmla="val 8139" name="adj"/>
            </a:avLst>
          </a:prstGeom>
          <a:gradFill>
            <a:gsLst>
              <a:gs pos="0">
                <a:srgbClr val="FFFFFF">
                  <a:alpha val="7058"/>
                </a:srgbClr>
              </a:gs>
              <a:gs pos="100000">
                <a:srgbClr val="FFFFFF">
                  <a:alpha val="0"/>
                </a:srgbClr>
              </a:gs>
            </a:gsLst>
            <a:lin ang="5400012" scaled="0"/>
          </a:gradFill>
          <a:ln cap="flat" cmpd="sng" w="9525">
            <a:solidFill>
              <a:srgbClr val="FF6A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7"/>
          <p:cNvSpPr/>
          <p:nvPr/>
        </p:nvSpPr>
        <p:spPr>
          <a:xfrm>
            <a:off x="4377925" y="3667375"/>
            <a:ext cx="4093500" cy="716400"/>
          </a:xfrm>
          <a:prstGeom prst="roundRect">
            <a:avLst>
              <a:gd fmla="val 8139" name="adj"/>
            </a:avLst>
          </a:prstGeom>
          <a:gradFill>
            <a:gsLst>
              <a:gs pos="0">
                <a:srgbClr val="FFFFFF">
                  <a:alpha val="7058"/>
                </a:srgbClr>
              </a:gs>
              <a:gs pos="100000">
                <a:srgbClr val="FFFFFF">
                  <a:alpha val="0"/>
                </a:srgbClr>
              </a:gs>
            </a:gsLst>
            <a:lin ang="5400012" scaled="0"/>
          </a:gradFill>
          <a:ln cap="flat" cmpd="sng" w="9525">
            <a:solidFill>
              <a:srgbClr val="1BC5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7"/>
          <p:cNvSpPr txBox="1"/>
          <p:nvPr>
            <p:ph idx="3" type="body"/>
          </p:nvPr>
        </p:nvSpPr>
        <p:spPr>
          <a:xfrm>
            <a:off x="4525200" y="2721600"/>
            <a:ext cx="3780000" cy="716400"/>
          </a:xfrm>
          <a:prstGeom prst="rect">
            <a:avLst/>
          </a:prstGeom>
        </p:spPr>
        <p:txBody>
          <a:bodyPr anchorCtr="0" anchor="ctr" bIns="91425" lIns="0" spcFirstLastPara="1" rIns="0"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2" name="Google Shape;112;p7"/>
          <p:cNvSpPr txBox="1"/>
          <p:nvPr>
            <p:ph idx="4" type="body"/>
          </p:nvPr>
        </p:nvSpPr>
        <p:spPr>
          <a:xfrm>
            <a:off x="4525200" y="3668400"/>
            <a:ext cx="3780000" cy="716400"/>
          </a:xfrm>
          <a:prstGeom prst="rect">
            <a:avLst/>
          </a:prstGeom>
        </p:spPr>
        <p:txBody>
          <a:bodyPr anchorCtr="0" anchor="ctr" bIns="91425" lIns="0" spcFirstLastPara="1" rIns="0"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ing In Practice Slide">
  <p:cSld name="MAIN_POINT">
    <p:spTree>
      <p:nvGrpSpPr>
        <p:cNvPr id="113" name="Shape 113"/>
        <p:cNvGrpSpPr/>
        <p:nvPr/>
      </p:nvGrpSpPr>
      <p:grpSpPr>
        <a:xfrm>
          <a:off x="0" y="0"/>
          <a:ext cx="0" cy="0"/>
          <a:chOff x="0" y="0"/>
          <a:chExt cx="0" cy="0"/>
        </a:xfrm>
      </p:grpSpPr>
      <p:sp>
        <p:nvSpPr>
          <p:cNvPr id="114" name="Google Shape;11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15" name="Google Shape;115;p8"/>
          <p:cNvSpPr/>
          <p:nvPr/>
        </p:nvSpPr>
        <p:spPr>
          <a:xfrm>
            <a:off x="4936972" y="572408"/>
            <a:ext cx="1526221" cy="4370288"/>
          </a:xfrm>
          <a:custGeom>
            <a:rect b="b" l="l" r="r" t="t"/>
            <a:pathLst>
              <a:path extrusionOk="0" h="47849" w="18837">
                <a:moveTo>
                  <a:pt x="16704" y="0"/>
                </a:moveTo>
                <a:cubicBezTo>
                  <a:pt x="12675" y="0"/>
                  <a:pt x="8911" y="2917"/>
                  <a:pt x="7895" y="6830"/>
                </a:cubicBezTo>
                <a:cubicBezTo>
                  <a:pt x="7550" y="8195"/>
                  <a:pt x="7610" y="9576"/>
                  <a:pt x="7595" y="10957"/>
                </a:cubicBezTo>
                <a:cubicBezTo>
                  <a:pt x="7535" y="15459"/>
                  <a:pt x="5719" y="19077"/>
                  <a:pt x="2042" y="21733"/>
                </a:cubicBezTo>
                <a:cubicBezTo>
                  <a:pt x="1667" y="22003"/>
                  <a:pt x="1261" y="22228"/>
                  <a:pt x="886" y="22514"/>
                </a:cubicBezTo>
                <a:cubicBezTo>
                  <a:pt x="1" y="23219"/>
                  <a:pt x="1" y="24615"/>
                  <a:pt x="886" y="25335"/>
                </a:cubicBezTo>
                <a:cubicBezTo>
                  <a:pt x="1141" y="25530"/>
                  <a:pt x="1397" y="25680"/>
                  <a:pt x="1667" y="25860"/>
                </a:cubicBezTo>
                <a:cubicBezTo>
                  <a:pt x="5179" y="28202"/>
                  <a:pt x="7160" y="31474"/>
                  <a:pt x="7520" y="35676"/>
                </a:cubicBezTo>
                <a:cubicBezTo>
                  <a:pt x="7640" y="36982"/>
                  <a:pt x="7505" y="38303"/>
                  <a:pt x="7655" y="39593"/>
                </a:cubicBezTo>
                <a:cubicBezTo>
                  <a:pt x="8060" y="43511"/>
                  <a:pt x="10822" y="46617"/>
                  <a:pt x="14634" y="47578"/>
                </a:cubicBezTo>
                <a:cubicBezTo>
                  <a:pt x="15039" y="47668"/>
                  <a:pt x="15445" y="47758"/>
                  <a:pt x="15865" y="47848"/>
                </a:cubicBezTo>
                <a:lnTo>
                  <a:pt x="17261" y="47848"/>
                </a:lnTo>
                <a:cubicBezTo>
                  <a:pt x="17306" y="47818"/>
                  <a:pt x="17351" y="47773"/>
                  <a:pt x="17411" y="47758"/>
                </a:cubicBezTo>
                <a:cubicBezTo>
                  <a:pt x="18356" y="47368"/>
                  <a:pt x="18837" y="46542"/>
                  <a:pt x="18657" y="45612"/>
                </a:cubicBezTo>
                <a:cubicBezTo>
                  <a:pt x="18491" y="44741"/>
                  <a:pt x="17756" y="44156"/>
                  <a:pt x="16765" y="44111"/>
                </a:cubicBezTo>
                <a:cubicBezTo>
                  <a:pt x="14154" y="43991"/>
                  <a:pt x="12053" y="42385"/>
                  <a:pt x="11512" y="39924"/>
                </a:cubicBezTo>
                <a:cubicBezTo>
                  <a:pt x="11302" y="38948"/>
                  <a:pt x="11347" y="37912"/>
                  <a:pt x="11347" y="36907"/>
                </a:cubicBezTo>
                <a:cubicBezTo>
                  <a:pt x="11302" y="32104"/>
                  <a:pt x="9606" y="28007"/>
                  <a:pt x="6154" y="24645"/>
                </a:cubicBezTo>
                <a:cubicBezTo>
                  <a:pt x="5899" y="24405"/>
                  <a:pt x="5644" y="24164"/>
                  <a:pt x="5374" y="23924"/>
                </a:cubicBezTo>
                <a:cubicBezTo>
                  <a:pt x="5494" y="23804"/>
                  <a:pt x="5584" y="23714"/>
                  <a:pt x="5674" y="23639"/>
                </a:cubicBezTo>
                <a:cubicBezTo>
                  <a:pt x="7760" y="21793"/>
                  <a:pt x="9276" y="19572"/>
                  <a:pt x="10267" y="16975"/>
                </a:cubicBezTo>
                <a:cubicBezTo>
                  <a:pt x="11137" y="14724"/>
                  <a:pt x="11377" y="12398"/>
                  <a:pt x="11347" y="10011"/>
                </a:cubicBezTo>
                <a:cubicBezTo>
                  <a:pt x="11332" y="9471"/>
                  <a:pt x="11317" y="8916"/>
                  <a:pt x="11407" y="8375"/>
                </a:cubicBezTo>
                <a:cubicBezTo>
                  <a:pt x="11843" y="5689"/>
                  <a:pt x="13974" y="3858"/>
                  <a:pt x="16765" y="3738"/>
                </a:cubicBezTo>
                <a:cubicBezTo>
                  <a:pt x="17921" y="3678"/>
                  <a:pt x="18702" y="2897"/>
                  <a:pt x="18687" y="1817"/>
                </a:cubicBezTo>
                <a:cubicBezTo>
                  <a:pt x="18672" y="781"/>
                  <a:pt x="17846" y="1"/>
                  <a:pt x="16765" y="1"/>
                </a:cubicBezTo>
                <a:cubicBezTo>
                  <a:pt x="16745" y="0"/>
                  <a:pt x="16724" y="0"/>
                  <a:pt x="16704" y="0"/>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7331593" y="572408"/>
            <a:ext cx="1500699" cy="4370288"/>
          </a:xfrm>
          <a:custGeom>
            <a:rect b="b" l="l" r="r" t="t"/>
            <a:pathLst>
              <a:path extrusionOk="0" h="47849" w="18522">
                <a:moveTo>
                  <a:pt x="2026" y="0"/>
                </a:moveTo>
                <a:cubicBezTo>
                  <a:pt x="1035" y="0"/>
                  <a:pt x="255" y="716"/>
                  <a:pt x="166" y="1637"/>
                </a:cubicBezTo>
                <a:cubicBezTo>
                  <a:pt x="76" y="2657"/>
                  <a:pt x="676" y="3498"/>
                  <a:pt x="1667" y="3693"/>
                </a:cubicBezTo>
                <a:cubicBezTo>
                  <a:pt x="1877" y="3738"/>
                  <a:pt x="2102" y="3723"/>
                  <a:pt x="2312" y="3738"/>
                </a:cubicBezTo>
                <a:cubicBezTo>
                  <a:pt x="4623" y="3858"/>
                  <a:pt x="6755" y="5494"/>
                  <a:pt x="7265" y="7745"/>
                </a:cubicBezTo>
                <a:cubicBezTo>
                  <a:pt x="7505" y="8781"/>
                  <a:pt x="7475" y="9876"/>
                  <a:pt x="7490" y="10942"/>
                </a:cubicBezTo>
                <a:cubicBezTo>
                  <a:pt x="7550" y="16015"/>
                  <a:pt x="9411" y="20277"/>
                  <a:pt x="13193" y="23669"/>
                </a:cubicBezTo>
                <a:cubicBezTo>
                  <a:pt x="13283" y="23744"/>
                  <a:pt x="13359" y="23834"/>
                  <a:pt x="13449" y="23939"/>
                </a:cubicBezTo>
                <a:cubicBezTo>
                  <a:pt x="13359" y="24014"/>
                  <a:pt x="13299" y="24089"/>
                  <a:pt x="13223" y="24149"/>
                </a:cubicBezTo>
                <a:cubicBezTo>
                  <a:pt x="10222" y="26806"/>
                  <a:pt x="8331" y="30108"/>
                  <a:pt x="7745" y="34070"/>
                </a:cubicBezTo>
                <a:cubicBezTo>
                  <a:pt x="7505" y="35646"/>
                  <a:pt x="7550" y="37267"/>
                  <a:pt x="7490" y="38873"/>
                </a:cubicBezTo>
                <a:cubicBezTo>
                  <a:pt x="7415" y="40344"/>
                  <a:pt x="6845" y="41574"/>
                  <a:pt x="5779" y="42595"/>
                </a:cubicBezTo>
                <a:cubicBezTo>
                  <a:pt x="4729" y="43601"/>
                  <a:pt x="3438" y="44081"/>
                  <a:pt x="1967" y="44111"/>
                </a:cubicBezTo>
                <a:cubicBezTo>
                  <a:pt x="1051" y="44141"/>
                  <a:pt x="331" y="44771"/>
                  <a:pt x="181" y="45612"/>
                </a:cubicBezTo>
                <a:cubicBezTo>
                  <a:pt x="1" y="46512"/>
                  <a:pt x="466" y="47353"/>
                  <a:pt x="1337" y="47728"/>
                </a:cubicBezTo>
                <a:cubicBezTo>
                  <a:pt x="1412" y="47758"/>
                  <a:pt x="1487" y="47803"/>
                  <a:pt x="1577" y="47848"/>
                </a:cubicBezTo>
                <a:lnTo>
                  <a:pt x="2988" y="47848"/>
                </a:lnTo>
                <a:cubicBezTo>
                  <a:pt x="3648" y="47683"/>
                  <a:pt x="4323" y="47578"/>
                  <a:pt x="4954" y="47353"/>
                </a:cubicBezTo>
                <a:cubicBezTo>
                  <a:pt x="8871" y="45972"/>
                  <a:pt x="11227" y="42610"/>
                  <a:pt x="11242" y="38438"/>
                </a:cubicBezTo>
                <a:cubicBezTo>
                  <a:pt x="11242" y="36772"/>
                  <a:pt x="11227" y="35106"/>
                  <a:pt x="11663" y="33470"/>
                </a:cubicBezTo>
                <a:cubicBezTo>
                  <a:pt x="12548" y="30213"/>
                  <a:pt x="14394" y="27646"/>
                  <a:pt x="17246" y="25815"/>
                </a:cubicBezTo>
                <a:cubicBezTo>
                  <a:pt x="17756" y="25485"/>
                  <a:pt x="18251" y="25140"/>
                  <a:pt x="18522" y="24570"/>
                </a:cubicBezTo>
                <a:lnTo>
                  <a:pt x="18522" y="23264"/>
                </a:lnTo>
                <a:cubicBezTo>
                  <a:pt x="18251" y="22694"/>
                  <a:pt x="17756" y="22348"/>
                  <a:pt x="17246" y="22018"/>
                </a:cubicBezTo>
                <a:cubicBezTo>
                  <a:pt x="14394" y="20187"/>
                  <a:pt x="12548" y="17621"/>
                  <a:pt x="11663" y="14364"/>
                </a:cubicBezTo>
                <a:cubicBezTo>
                  <a:pt x="11227" y="12743"/>
                  <a:pt x="11227" y="11092"/>
                  <a:pt x="11242" y="9441"/>
                </a:cubicBezTo>
                <a:cubicBezTo>
                  <a:pt x="11257" y="6544"/>
                  <a:pt x="10207" y="4128"/>
                  <a:pt x="8015" y="2222"/>
                </a:cubicBezTo>
                <a:cubicBezTo>
                  <a:pt x="6319" y="751"/>
                  <a:pt x="4308" y="31"/>
                  <a:pt x="2057" y="1"/>
                </a:cubicBezTo>
                <a:cubicBezTo>
                  <a:pt x="2047" y="0"/>
                  <a:pt x="2036" y="0"/>
                  <a:pt x="2026" y="0"/>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txBox="1"/>
          <p:nvPr>
            <p:ph type="title"/>
          </p:nvPr>
        </p:nvSpPr>
        <p:spPr>
          <a:xfrm>
            <a:off x="752400" y="781200"/>
            <a:ext cx="2955600" cy="594000"/>
          </a:xfrm>
          <a:prstGeom prst="rect">
            <a:avLst/>
          </a:prstGeom>
        </p:spPr>
        <p:txBody>
          <a:bodyPr anchorCtr="0" anchor="ctr" bIns="91425" lIns="0" spcFirstLastPara="1" rIns="0"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 name="Google Shape;118;p8"/>
          <p:cNvSpPr txBox="1"/>
          <p:nvPr/>
        </p:nvSpPr>
        <p:spPr>
          <a:xfrm>
            <a:off x="753375" y="1376200"/>
            <a:ext cx="216000" cy="3416400"/>
          </a:xfrm>
          <a:prstGeom prst="rect">
            <a:avLst/>
          </a:prstGeom>
          <a:noFill/>
          <a:ln>
            <a:noFill/>
          </a:ln>
        </p:spPr>
        <p:txBody>
          <a:bodyPr anchorCtr="0" anchor="t" bIns="91425" lIns="0" spcFirstLastPara="1" rIns="0" wrap="square" tIns="91425">
            <a:noAutofit/>
          </a:bodyPr>
          <a:lstStyle/>
          <a:p>
            <a:pPr indent="0" lvl="0" marL="0" rtl="0" algn="ctr">
              <a:lnSpc>
                <a:spcPct val="150000"/>
              </a:lnSpc>
              <a:spcBef>
                <a:spcPts val="0"/>
              </a:spcBef>
              <a:spcAft>
                <a:spcPts val="0"/>
              </a:spcAft>
              <a:buNone/>
            </a:pPr>
            <a:r>
              <a:rPr lang="en-GB" sz="1200">
                <a:solidFill>
                  <a:srgbClr val="FFFFFF"/>
                </a:solidFill>
                <a:latin typeface="Space Mono"/>
                <a:ea typeface="Space Mono"/>
                <a:cs typeface="Space Mono"/>
                <a:sym typeface="Space Mono"/>
              </a:rPr>
              <a:t>1</a:t>
            </a:r>
            <a:endParaRPr sz="1200">
              <a:solidFill>
                <a:srgbClr val="FFFFFF"/>
              </a:solidFill>
              <a:latin typeface="Space Mono"/>
              <a:ea typeface="Space Mono"/>
              <a:cs typeface="Space Mono"/>
              <a:sym typeface="Space Mono"/>
            </a:endParaRPr>
          </a:p>
          <a:p>
            <a:pPr indent="0" lvl="0" marL="0" rtl="0" algn="ctr">
              <a:lnSpc>
                <a:spcPct val="150000"/>
              </a:lnSpc>
              <a:spcBef>
                <a:spcPts val="0"/>
              </a:spcBef>
              <a:spcAft>
                <a:spcPts val="0"/>
              </a:spcAft>
              <a:buNone/>
            </a:pPr>
            <a:r>
              <a:rPr lang="en-GB" sz="1200">
                <a:solidFill>
                  <a:srgbClr val="FFFFFF"/>
                </a:solidFill>
                <a:latin typeface="Space Mono"/>
                <a:ea typeface="Space Mono"/>
                <a:cs typeface="Space Mono"/>
                <a:sym typeface="Space Mono"/>
              </a:rPr>
              <a:t>2</a:t>
            </a:r>
            <a:endParaRPr sz="1200">
              <a:solidFill>
                <a:srgbClr val="FFFFFF"/>
              </a:solidFill>
              <a:latin typeface="Space Mono"/>
              <a:ea typeface="Space Mono"/>
              <a:cs typeface="Space Mono"/>
              <a:sym typeface="Space Mono"/>
            </a:endParaRPr>
          </a:p>
          <a:p>
            <a:pPr indent="0" lvl="0" marL="0" rtl="0" algn="ctr">
              <a:lnSpc>
                <a:spcPct val="150000"/>
              </a:lnSpc>
              <a:spcBef>
                <a:spcPts val="0"/>
              </a:spcBef>
              <a:spcAft>
                <a:spcPts val="0"/>
              </a:spcAft>
              <a:buNone/>
            </a:pPr>
            <a:r>
              <a:rPr lang="en-GB" sz="1200">
                <a:solidFill>
                  <a:srgbClr val="FFFFFF"/>
                </a:solidFill>
                <a:latin typeface="Space Mono"/>
                <a:ea typeface="Space Mono"/>
                <a:cs typeface="Space Mono"/>
                <a:sym typeface="Space Mono"/>
              </a:rPr>
              <a:t>3</a:t>
            </a:r>
            <a:endParaRPr sz="1200">
              <a:solidFill>
                <a:srgbClr val="FFFFFF"/>
              </a:solidFill>
              <a:latin typeface="Space Mono"/>
              <a:ea typeface="Space Mono"/>
              <a:cs typeface="Space Mono"/>
              <a:sym typeface="Space Mono"/>
            </a:endParaRPr>
          </a:p>
          <a:p>
            <a:pPr indent="0" lvl="0" marL="0" rtl="0" algn="ctr">
              <a:lnSpc>
                <a:spcPct val="150000"/>
              </a:lnSpc>
              <a:spcBef>
                <a:spcPts val="0"/>
              </a:spcBef>
              <a:spcAft>
                <a:spcPts val="0"/>
              </a:spcAft>
              <a:buNone/>
            </a:pPr>
            <a:r>
              <a:rPr lang="en-GB" sz="1200">
                <a:solidFill>
                  <a:srgbClr val="FFFFFF"/>
                </a:solidFill>
                <a:latin typeface="Space Mono"/>
                <a:ea typeface="Space Mono"/>
                <a:cs typeface="Space Mono"/>
                <a:sym typeface="Space Mono"/>
              </a:rPr>
              <a:t>4</a:t>
            </a:r>
            <a:endParaRPr sz="1200">
              <a:solidFill>
                <a:srgbClr val="FFFFFF"/>
              </a:solidFill>
              <a:latin typeface="Space Mono"/>
              <a:ea typeface="Space Mono"/>
              <a:cs typeface="Space Mono"/>
              <a:sym typeface="Space Mono"/>
            </a:endParaRPr>
          </a:p>
          <a:p>
            <a:pPr indent="0" lvl="0" marL="0" rtl="0" algn="ctr">
              <a:lnSpc>
                <a:spcPct val="150000"/>
              </a:lnSpc>
              <a:spcBef>
                <a:spcPts val="0"/>
              </a:spcBef>
              <a:spcAft>
                <a:spcPts val="0"/>
              </a:spcAft>
              <a:buNone/>
            </a:pPr>
            <a:r>
              <a:rPr lang="en-GB" sz="1200">
                <a:solidFill>
                  <a:srgbClr val="FFFFFF"/>
                </a:solidFill>
                <a:latin typeface="Space Mono"/>
                <a:ea typeface="Space Mono"/>
                <a:cs typeface="Space Mono"/>
                <a:sym typeface="Space Mono"/>
              </a:rPr>
              <a:t>5</a:t>
            </a:r>
            <a:endParaRPr sz="1200">
              <a:solidFill>
                <a:srgbClr val="FFFFFF"/>
              </a:solidFill>
              <a:latin typeface="Space Mono"/>
              <a:ea typeface="Space Mono"/>
              <a:cs typeface="Space Mono"/>
              <a:sym typeface="Space Mono"/>
            </a:endParaRPr>
          </a:p>
          <a:p>
            <a:pPr indent="0" lvl="0" marL="0" rtl="0" algn="ctr">
              <a:lnSpc>
                <a:spcPct val="150000"/>
              </a:lnSpc>
              <a:spcBef>
                <a:spcPts val="0"/>
              </a:spcBef>
              <a:spcAft>
                <a:spcPts val="0"/>
              </a:spcAft>
              <a:buNone/>
            </a:pPr>
            <a:r>
              <a:rPr lang="en-GB" sz="1200">
                <a:solidFill>
                  <a:srgbClr val="FFFFFF"/>
                </a:solidFill>
                <a:latin typeface="Space Mono"/>
                <a:ea typeface="Space Mono"/>
                <a:cs typeface="Space Mono"/>
                <a:sym typeface="Space Mono"/>
              </a:rPr>
              <a:t>6</a:t>
            </a:r>
            <a:endParaRPr sz="1200">
              <a:solidFill>
                <a:srgbClr val="FFFFFF"/>
              </a:solidFill>
              <a:latin typeface="Space Mono"/>
              <a:ea typeface="Space Mono"/>
              <a:cs typeface="Space Mono"/>
              <a:sym typeface="Space Mono"/>
            </a:endParaRPr>
          </a:p>
          <a:p>
            <a:pPr indent="0" lvl="0" marL="0" rtl="0" algn="ctr">
              <a:lnSpc>
                <a:spcPct val="150000"/>
              </a:lnSpc>
              <a:spcBef>
                <a:spcPts val="0"/>
              </a:spcBef>
              <a:spcAft>
                <a:spcPts val="0"/>
              </a:spcAft>
              <a:buNone/>
            </a:pPr>
            <a:r>
              <a:rPr lang="en-GB" sz="1200">
                <a:solidFill>
                  <a:srgbClr val="FFFFFF"/>
                </a:solidFill>
                <a:latin typeface="Space Mono"/>
                <a:ea typeface="Space Mono"/>
                <a:cs typeface="Space Mono"/>
                <a:sym typeface="Space Mono"/>
              </a:rPr>
              <a:t>7</a:t>
            </a:r>
            <a:endParaRPr sz="1200">
              <a:solidFill>
                <a:srgbClr val="FFFFFF"/>
              </a:solidFill>
              <a:latin typeface="Space Mono"/>
              <a:ea typeface="Space Mono"/>
              <a:cs typeface="Space Mono"/>
              <a:sym typeface="Space Mono"/>
            </a:endParaRPr>
          </a:p>
          <a:p>
            <a:pPr indent="0" lvl="0" marL="0" rtl="0" algn="ctr">
              <a:lnSpc>
                <a:spcPct val="150000"/>
              </a:lnSpc>
              <a:spcBef>
                <a:spcPts val="0"/>
              </a:spcBef>
              <a:spcAft>
                <a:spcPts val="0"/>
              </a:spcAft>
              <a:buNone/>
            </a:pPr>
            <a:r>
              <a:rPr lang="en-GB" sz="1200">
                <a:solidFill>
                  <a:srgbClr val="FFFFFF"/>
                </a:solidFill>
                <a:latin typeface="Space Mono"/>
                <a:ea typeface="Space Mono"/>
                <a:cs typeface="Space Mono"/>
                <a:sym typeface="Space Mono"/>
              </a:rPr>
              <a:t>8</a:t>
            </a:r>
            <a:endParaRPr sz="1200">
              <a:solidFill>
                <a:srgbClr val="FFFFFF"/>
              </a:solidFill>
              <a:latin typeface="Space Mono"/>
              <a:ea typeface="Space Mono"/>
              <a:cs typeface="Space Mono"/>
              <a:sym typeface="Space Mono"/>
            </a:endParaRPr>
          </a:p>
          <a:p>
            <a:pPr indent="0" lvl="0" marL="0" rtl="0" algn="ctr">
              <a:lnSpc>
                <a:spcPct val="150000"/>
              </a:lnSpc>
              <a:spcBef>
                <a:spcPts val="0"/>
              </a:spcBef>
              <a:spcAft>
                <a:spcPts val="0"/>
              </a:spcAft>
              <a:buNone/>
            </a:pPr>
            <a:r>
              <a:rPr lang="en-GB" sz="1200">
                <a:solidFill>
                  <a:srgbClr val="FFFFFF"/>
                </a:solidFill>
                <a:latin typeface="Space Mono"/>
                <a:ea typeface="Space Mono"/>
                <a:cs typeface="Space Mono"/>
                <a:sym typeface="Space Mono"/>
              </a:rPr>
              <a:t>9</a:t>
            </a:r>
            <a:endParaRPr sz="1200">
              <a:solidFill>
                <a:srgbClr val="FFFFFF"/>
              </a:solidFill>
              <a:latin typeface="Space Mono"/>
              <a:ea typeface="Space Mono"/>
              <a:cs typeface="Space Mono"/>
              <a:sym typeface="Space Mono"/>
            </a:endParaRPr>
          </a:p>
          <a:p>
            <a:pPr indent="0" lvl="0" marL="0" rtl="0" algn="ctr">
              <a:lnSpc>
                <a:spcPct val="150000"/>
              </a:lnSpc>
              <a:spcBef>
                <a:spcPts val="0"/>
              </a:spcBef>
              <a:spcAft>
                <a:spcPts val="0"/>
              </a:spcAft>
              <a:buNone/>
            </a:pPr>
            <a:r>
              <a:rPr lang="en-GB" sz="1200">
                <a:solidFill>
                  <a:srgbClr val="FFFFFF"/>
                </a:solidFill>
                <a:latin typeface="Space Mono"/>
                <a:ea typeface="Space Mono"/>
                <a:cs typeface="Space Mono"/>
                <a:sym typeface="Space Mono"/>
              </a:rPr>
              <a:t>10</a:t>
            </a:r>
            <a:endParaRPr sz="1200">
              <a:solidFill>
                <a:srgbClr val="FFFFFF"/>
              </a:solidFill>
              <a:latin typeface="Space Mono"/>
              <a:ea typeface="Space Mono"/>
              <a:cs typeface="Space Mono"/>
              <a:sym typeface="Space Mono"/>
            </a:endParaRPr>
          </a:p>
        </p:txBody>
      </p:sp>
      <p:sp>
        <p:nvSpPr>
          <p:cNvPr id="119" name="Google Shape;119;p8"/>
          <p:cNvSpPr txBox="1"/>
          <p:nvPr>
            <p:ph idx="1" type="body"/>
          </p:nvPr>
        </p:nvSpPr>
        <p:spPr>
          <a:xfrm>
            <a:off x="1159200" y="1375200"/>
            <a:ext cx="6750000" cy="2761200"/>
          </a:xfrm>
          <a:prstGeom prst="rect">
            <a:avLst/>
          </a:prstGeom>
        </p:spPr>
        <p:txBody>
          <a:bodyPr anchorCtr="0" anchor="ctr" bIns="91425" lIns="0" spcFirstLastPara="1" rIns="0"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20" name="Google Shape;120;p8"/>
          <p:cNvSpPr/>
          <p:nvPr/>
        </p:nvSpPr>
        <p:spPr>
          <a:xfrm>
            <a:off x="5292950" y="1376200"/>
            <a:ext cx="3026700" cy="2762700"/>
          </a:xfrm>
          <a:prstGeom prst="roundRect">
            <a:avLst>
              <a:gd fmla="val 8139" name="adj"/>
            </a:avLst>
          </a:prstGeom>
          <a:solidFill>
            <a:srgbClr val="0F073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8"/>
          <p:cNvSpPr txBox="1"/>
          <p:nvPr>
            <p:ph idx="2" type="title"/>
          </p:nvPr>
        </p:nvSpPr>
        <p:spPr>
          <a:xfrm>
            <a:off x="5572800" y="1616400"/>
            <a:ext cx="2466000" cy="482400"/>
          </a:xfrm>
          <a:prstGeom prst="rect">
            <a:avLst/>
          </a:prstGeom>
        </p:spPr>
        <p:txBody>
          <a:bodyPr anchorCtr="0" anchor="ctr" bIns="91425" lIns="0" spcFirstLastPara="1" rIns="0"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2" name="Google Shape;122;p8"/>
          <p:cNvSpPr txBox="1"/>
          <p:nvPr>
            <p:ph idx="3" type="subTitle"/>
          </p:nvPr>
        </p:nvSpPr>
        <p:spPr>
          <a:xfrm>
            <a:off x="5572800" y="2098800"/>
            <a:ext cx="2466000" cy="367200"/>
          </a:xfrm>
          <a:prstGeom prst="rect">
            <a:avLst/>
          </a:prstGeom>
        </p:spPr>
        <p:txBody>
          <a:bodyPr anchorCtr="0" anchor="ctr" bIns="91425" lIns="0" spcFirstLastPara="1" rIns="0" wrap="square" tIns="91425">
            <a:normAutofit/>
          </a:bodyPr>
          <a:lstStyle>
            <a:lvl1pPr lvl="0" rtl="0" algn="ctr">
              <a:lnSpc>
                <a:spcPct val="100000"/>
              </a:lnSpc>
              <a:spcBef>
                <a:spcPts val="0"/>
              </a:spcBef>
              <a:spcAft>
                <a:spcPts val="0"/>
              </a:spcAft>
              <a:buSzPts val="1200"/>
              <a:buNone/>
              <a:defRPr sz="12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Examples Slide">
  <p:cSld name="SECTION_TITLE_AND_DESCRIPTION">
    <p:spTree>
      <p:nvGrpSpPr>
        <p:cNvPr id="123" name="Shape 123"/>
        <p:cNvGrpSpPr/>
        <p:nvPr/>
      </p:nvGrpSpPr>
      <p:grpSpPr>
        <a:xfrm>
          <a:off x="0" y="0"/>
          <a:ext cx="0" cy="0"/>
          <a:chOff x="0" y="0"/>
          <a:chExt cx="0" cy="0"/>
        </a:xfrm>
      </p:grpSpPr>
      <p:sp>
        <p:nvSpPr>
          <p:cNvPr id="124" name="Google Shape;124;p9"/>
          <p:cNvSpPr txBox="1"/>
          <p:nvPr>
            <p:ph type="title"/>
          </p:nvPr>
        </p:nvSpPr>
        <p:spPr>
          <a:xfrm>
            <a:off x="1090800" y="806400"/>
            <a:ext cx="2955600" cy="594000"/>
          </a:xfrm>
          <a:prstGeom prst="rect">
            <a:avLst/>
          </a:prstGeom>
        </p:spPr>
        <p:txBody>
          <a:bodyPr anchorCtr="0" anchor="ctr" bIns="91425" lIns="0" spcFirstLastPara="1" rIns="0"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5" name="Google Shape;125;p9"/>
          <p:cNvSpPr txBox="1"/>
          <p:nvPr>
            <p:ph idx="1" type="body"/>
          </p:nvPr>
        </p:nvSpPr>
        <p:spPr>
          <a:xfrm>
            <a:off x="3747600" y="727200"/>
            <a:ext cx="4305600" cy="752400"/>
          </a:xfrm>
          <a:prstGeom prst="rect">
            <a:avLst/>
          </a:prstGeom>
        </p:spPr>
        <p:txBody>
          <a:bodyPr anchorCtr="0" anchor="ctr" bIns="91425" lIns="0" spcFirstLastPara="1" rIns="0"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26" name="Google Shape;126;p9"/>
          <p:cNvSpPr/>
          <p:nvPr>
            <p:ph idx="2" type="pic"/>
          </p:nvPr>
        </p:nvSpPr>
        <p:spPr>
          <a:xfrm>
            <a:off x="1090800" y="1731600"/>
            <a:ext cx="2102400" cy="2941200"/>
          </a:xfrm>
          <a:prstGeom prst="roundRect">
            <a:avLst>
              <a:gd fmla="val 8114" name="adj"/>
            </a:avLst>
          </a:prstGeom>
          <a:noFill/>
          <a:ln>
            <a:noFill/>
          </a:ln>
        </p:spPr>
      </p:sp>
      <p:sp>
        <p:nvSpPr>
          <p:cNvPr id="127" name="Google Shape;127;p9"/>
          <p:cNvSpPr/>
          <p:nvPr/>
        </p:nvSpPr>
        <p:spPr>
          <a:xfrm>
            <a:off x="1091600" y="4245250"/>
            <a:ext cx="2104200" cy="426600"/>
          </a:xfrm>
          <a:prstGeom prst="roundRect">
            <a:avLst>
              <a:gd fmla="val 8139" name="adj"/>
            </a:avLst>
          </a:prstGeom>
          <a:solidFill>
            <a:srgbClr val="1BC5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9"/>
          <p:cNvSpPr txBox="1"/>
          <p:nvPr>
            <p:ph idx="3" type="title"/>
          </p:nvPr>
        </p:nvSpPr>
        <p:spPr>
          <a:xfrm>
            <a:off x="1090800" y="4244400"/>
            <a:ext cx="2102400" cy="428400"/>
          </a:xfrm>
          <a:prstGeom prst="rect">
            <a:avLst/>
          </a:prstGeom>
        </p:spPr>
        <p:txBody>
          <a:bodyPr anchorCtr="0" anchor="ctr" bIns="91425" lIns="0" spcFirstLastPara="1" rIns="0" wrap="square" tIns="91425">
            <a:normAutofit/>
          </a:bodyPr>
          <a:lstStyle>
            <a:lvl1pPr lvl="0" rtl="0" algn="ctr">
              <a:spcBef>
                <a:spcPts val="0"/>
              </a:spcBef>
              <a:spcAft>
                <a:spcPts val="0"/>
              </a:spcAft>
              <a:buSzPts val="1200"/>
              <a:buNone/>
              <a:defRPr sz="12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29" name="Google Shape;129;p9"/>
          <p:cNvSpPr/>
          <p:nvPr>
            <p:ph idx="4" type="pic"/>
          </p:nvPr>
        </p:nvSpPr>
        <p:spPr>
          <a:xfrm>
            <a:off x="3520800" y="1731600"/>
            <a:ext cx="2102400" cy="2941200"/>
          </a:xfrm>
          <a:prstGeom prst="roundRect">
            <a:avLst>
              <a:gd fmla="val 8114" name="adj"/>
            </a:avLst>
          </a:prstGeom>
          <a:noFill/>
          <a:ln>
            <a:noFill/>
          </a:ln>
        </p:spPr>
      </p:sp>
      <p:sp>
        <p:nvSpPr>
          <p:cNvPr id="130" name="Google Shape;130;p9"/>
          <p:cNvSpPr/>
          <p:nvPr/>
        </p:nvSpPr>
        <p:spPr>
          <a:xfrm>
            <a:off x="3521600" y="4245250"/>
            <a:ext cx="2104200" cy="426600"/>
          </a:xfrm>
          <a:prstGeom prst="roundRect">
            <a:avLst>
              <a:gd fmla="val 8139" name="adj"/>
            </a:avLst>
          </a:prstGeom>
          <a:solidFill>
            <a:srgbClr val="FCB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9"/>
          <p:cNvSpPr/>
          <p:nvPr>
            <p:ph idx="5" type="pic"/>
          </p:nvPr>
        </p:nvSpPr>
        <p:spPr>
          <a:xfrm>
            <a:off x="5947200" y="1731600"/>
            <a:ext cx="2102400" cy="2941200"/>
          </a:xfrm>
          <a:prstGeom prst="roundRect">
            <a:avLst>
              <a:gd fmla="val 8114" name="adj"/>
            </a:avLst>
          </a:prstGeom>
          <a:noFill/>
          <a:ln>
            <a:noFill/>
          </a:ln>
        </p:spPr>
      </p:sp>
      <p:sp>
        <p:nvSpPr>
          <p:cNvPr id="132" name="Google Shape;132;p9"/>
          <p:cNvSpPr/>
          <p:nvPr/>
        </p:nvSpPr>
        <p:spPr>
          <a:xfrm>
            <a:off x="5948200" y="4245250"/>
            <a:ext cx="2104200" cy="426600"/>
          </a:xfrm>
          <a:prstGeom prst="roundRect">
            <a:avLst>
              <a:gd fmla="val 8139" name="adj"/>
            </a:avLst>
          </a:prstGeom>
          <a:solidFill>
            <a:srgbClr val="3FB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9"/>
          <p:cNvSpPr txBox="1"/>
          <p:nvPr>
            <p:ph idx="6" type="title"/>
          </p:nvPr>
        </p:nvSpPr>
        <p:spPr>
          <a:xfrm>
            <a:off x="3519000" y="4244350"/>
            <a:ext cx="2102400" cy="428400"/>
          </a:xfrm>
          <a:prstGeom prst="rect">
            <a:avLst/>
          </a:prstGeom>
        </p:spPr>
        <p:txBody>
          <a:bodyPr anchorCtr="0" anchor="ctr" bIns="91425" lIns="0" spcFirstLastPara="1" rIns="0" wrap="square" tIns="91425">
            <a:normAutofit/>
          </a:bodyPr>
          <a:lstStyle>
            <a:lvl1pPr lvl="0" rtl="0" algn="ctr">
              <a:spcBef>
                <a:spcPts val="0"/>
              </a:spcBef>
              <a:spcAft>
                <a:spcPts val="0"/>
              </a:spcAft>
              <a:buSzPts val="1200"/>
              <a:buNone/>
              <a:defRPr sz="12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34" name="Google Shape;134;p9"/>
          <p:cNvSpPr txBox="1"/>
          <p:nvPr>
            <p:ph idx="7" type="title"/>
          </p:nvPr>
        </p:nvSpPr>
        <p:spPr>
          <a:xfrm>
            <a:off x="5951600" y="4244400"/>
            <a:ext cx="2102400" cy="428400"/>
          </a:xfrm>
          <a:prstGeom prst="rect">
            <a:avLst/>
          </a:prstGeom>
        </p:spPr>
        <p:txBody>
          <a:bodyPr anchorCtr="0" anchor="ctr" bIns="91425" lIns="0" spcFirstLastPara="1" rIns="0" wrap="square" tIns="91425">
            <a:normAutofit/>
          </a:bodyPr>
          <a:lstStyle>
            <a:lvl1pPr lvl="0" rtl="0" algn="ctr">
              <a:spcBef>
                <a:spcPts val="0"/>
              </a:spcBef>
              <a:spcAft>
                <a:spcPts val="0"/>
              </a:spcAft>
              <a:buSzPts val="1200"/>
              <a:buNone/>
              <a:defRPr sz="12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ing Challenges Slide">
  <p:cSld name="CAPTION_ONLY">
    <p:spTree>
      <p:nvGrpSpPr>
        <p:cNvPr id="135" name="Shape 135"/>
        <p:cNvGrpSpPr/>
        <p:nvPr/>
      </p:nvGrpSpPr>
      <p:grpSpPr>
        <a:xfrm>
          <a:off x="0" y="0"/>
          <a:ext cx="0" cy="0"/>
          <a:chOff x="0" y="0"/>
          <a:chExt cx="0" cy="0"/>
        </a:xfrm>
      </p:grpSpPr>
      <p:sp>
        <p:nvSpPr>
          <p:cNvPr id="136" name="Google Shape;136;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37" name="Google Shape;137;p10"/>
          <p:cNvSpPr/>
          <p:nvPr/>
        </p:nvSpPr>
        <p:spPr>
          <a:xfrm>
            <a:off x="428225" y="3474277"/>
            <a:ext cx="1080573" cy="1479036"/>
          </a:xfrm>
          <a:custGeom>
            <a:rect b="b" l="l" r="r" t="t"/>
            <a:pathLst>
              <a:path extrusionOk="0" h="44765" w="32705">
                <a:moveTo>
                  <a:pt x="7280" y="4446"/>
                </a:moveTo>
                <a:cubicBezTo>
                  <a:pt x="8526" y="4446"/>
                  <a:pt x="9531" y="5496"/>
                  <a:pt x="9516" y="6742"/>
                </a:cubicBezTo>
                <a:cubicBezTo>
                  <a:pt x="9501" y="7949"/>
                  <a:pt x="8496" y="8933"/>
                  <a:pt x="7277" y="8933"/>
                </a:cubicBezTo>
                <a:cubicBezTo>
                  <a:pt x="7268" y="8933"/>
                  <a:pt x="7259" y="8933"/>
                  <a:pt x="7250" y="8933"/>
                </a:cubicBezTo>
                <a:cubicBezTo>
                  <a:pt x="6034" y="8918"/>
                  <a:pt x="5029" y="7898"/>
                  <a:pt x="5029" y="6682"/>
                </a:cubicBezTo>
                <a:cubicBezTo>
                  <a:pt x="5044" y="5466"/>
                  <a:pt x="6064" y="4446"/>
                  <a:pt x="7280" y="4446"/>
                </a:cubicBezTo>
                <a:close/>
                <a:moveTo>
                  <a:pt x="25215" y="8933"/>
                </a:moveTo>
                <a:cubicBezTo>
                  <a:pt x="26431" y="8948"/>
                  <a:pt x="27452" y="9969"/>
                  <a:pt x="27437" y="11184"/>
                </a:cubicBezTo>
                <a:cubicBezTo>
                  <a:pt x="27422" y="12406"/>
                  <a:pt x="26416" y="13421"/>
                  <a:pt x="25212" y="13421"/>
                </a:cubicBezTo>
                <a:cubicBezTo>
                  <a:pt x="25203" y="13421"/>
                  <a:pt x="25194" y="13421"/>
                  <a:pt x="25185" y="13421"/>
                </a:cubicBezTo>
                <a:cubicBezTo>
                  <a:pt x="23954" y="13406"/>
                  <a:pt x="22949" y="12385"/>
                  <a:pt x="22964" y="11154"/>
                </a:cubicBezTo>
                <a:cubicBezTo>
                  <a:pt x="22964" y="9924"/>
                  <a:pt x="23985" y="8933"/>
                  <a:pt x="25215" y="8933"/>
                </a:cubicBezTo>
                <a:close/>
                <a:moveTo>
                  <a:pt x="7265" y="35799"/>
                </a:moveTo>
                <a:lnTo>
                  <a:pt x="7265" y="35814"/>
                </a:lnTo>
                <a:cubicBezTo>
                  <a:pt x="7274" y="35813"/>
                  <a:pt x="7283" y="35813"/>
                  <a:pt x="7292" y="35813"/>
                </a:cubicBezTo>
                <a:cubicBezTo>
                  <a:pt x="8511" y="35813"/>
                  <a:pt x="9501" y="36798"/>
                  <a:pt x="9516" y="38020"/>
                </a:cubicBezTo>
                <a:cubicBezTo>
                  <a:pt x="9531" y="39257"/>
                  <a:pt x="8510" y="40286"/>
                  <a:pt x="7291" y="40286"/>
                </a:cubicBezTo>
                <a:cubicBezTo>
                  <a:pt x="7282" y="40286"/>
                  <a:pt x="7274" y="40286"/>
                  <a:pt x="7265" y="40286"/>
                </a:cubicBezTo>
                <a:cubicBezTo>
                  <a:pt x="6049" y="40271"/>
                  <a:pt x="5029" y="39251"/>
                  <a:pt x="5029" y="38035"/>
                </a:cubicBezTo>
                <a:cubicBezTo>
                  <a:pt x="5029" y="36819"/>
                  <a:pt x="6049" y="35814"/>
                  <a:pt x="7265" y="35799"/>
                </a:cubicBezTo>
                <a:close/>
                <a:moveTo>
                  <a:pt x="7309" y="0"/>
                </a:moveTo>
                <a:cubicBezTo>
                  <a:pt x="4165" y="0"/>
                  <a:pt x="1457" y="2122"/>
                  <a:pt x="736" y="5166"/>
                </a:cubicBezTo>
                <a:cubicBezTo>
                  <a:pt x="1" y="8273"/>
                  <a:pt x="1577" y="11485"/>
                  <a:pt x="4503" y="12790"/>
                </a:cubicBezTo>
                <a:cubicBezTo>
                  <a:pt x="4939" y="12985"/>
                  <a:pt x="5044" y="13211"/>
                  <a:pt x="5044" y="13646"/>
                </a:cubicBezTo>
                <a:cubicBezTo>
                  <a:pt x="5029" y="19484"/>
                  <a:pt x="5029" y="25338"/>
                  <a:pt x="5044" y="31176"/>
                </a:cubicBezTo>
                <a:cubicBezTo>
                  <a:pt x="5044" y="31551"/>
                  <a:pt x="4954" y="31746"/>
                  <a:pt x="4578" y="31911"/>
                </a:cubicBezTo>
                <a:cubicBezTo>
                  <a:pt x="1832" y="33112"/>
                  <a:pt x="226" y="35979"/>
                  <a:pt x="616" y="38935"/>
                </a:cubicBezTo>
                <a:cubicBezTo>
                  <a:pt x="1006" y="41817"/>
                  <a:pt x="3213" y="44113"/>
                  <a:pt x="6124" y="44654"/>
                </a:cubicBezTo>
                <a:cubicBezTo>
                  <a:pt x="6522" y="44728"/>
                  <a:pt x="6920" y="44764"/>
                  <a:pt x="7315" y="44764"/>
                </a:cubicBezTo>
                <a:cubicBezTo>
                  <a:pt x="9709" y="44764"/>
                  <a:pt x="11982" y="43435"/>
                  <a:pt x="13193" y="41232"/>
                </a:cubicBezTo>
                <a:cubicBezTo>
                  <a:pt x="14574" y="38725"/>
                  <a:pt x="14184" y="35528"/>
                  <a:pt x="12158" y="33472"/>
                </a:cubicBezTo>
                <a:cubicBezTo>
                  <a:pt x="11422" y="32722"/>
                  <a:pt x="10477" y="32197"/>
                  <a:pt x="9516" y="31476"/>
                </a:cubicBezTo>
                <a:lnTo>
                  <a:pt x="9516" y="29630"/>
                </a:lnTo>
                <a:lnTo>
                  <a:pt x="9516" y="29090"/>
                </a:lnTo>
                <a:lnTo>
                  <a:pt x="10147" y="29090"/>
                </a:lnTo>
                <a:cubicBezTo>
                  <a:pt x="12018" y="29090"/>
                  <a:pt x="13882" y="29096"/>
                  <a:pt x="15749" y="29096"/>
                </a:cubicBezTo>
                <a:cubicBezTo>
                  <a:pt x="16682" y="29096"/>
                  <a:pt x="17616" y="29095"/>
                  <a:pt x="18551" y="29090"/>
                </a:cubicBezTo>
                <a:cubicBezTo>
                  <a:pt x="22559" y="29060"/>
                  <a:pt x="26041" y="26373"/>
                  <a:pt x="27106" y="22516"/>
                </a:cubicBezTo>
                <a:cubicBezTo>
                  <a:pt x="27497" y="21135"/>
                  <a:pt x="27467" y="19709"/>
                  <a:pt x="27421" y="18299"/>
                </a:cubicBezTo>
                <a:cubicBezTo>
                  <a:pt x="27406" y="17743"/>
                  <a:pt x="27557" y="17458"/>
                  <a:pt x="28097" y="17203"/>
                </a:cubicBezTo>
                <a:cubicBezTo>
                  <a:pt x="31234" y="15747"/>
                  <a:pt x="32705" y="12055"/>
                  <a:pt x="31474" y="8813"/>
                </a:cubicBezTo>
                <a:cubicBezTo>
                  <a:pt x="30466" y="6135"/>
                  <a:pt x="27930" y="4462"/>
                  <a:pt x="25207" y="4462"/>
                </a:cubicBezTo>
                <a:cubicBezTo>
                  <a:pt x="24604" y="4462"/>
                  <a:pt x="23991" y="4544"/>
                  <a:pt x="23384" y="4716"/>
                </a:cubicBezTo>
                <a:cubicBezTo>
                  <a:pt x="20593" y="5496"/>
                  <a:pt x="18701" y="7883"/>
                  <a:pt x="18476" y="10839"/>
                </a:cubicBezTo>
                <a:cubicBezTo>
                  <a:pt x="18281" y="13526"/>
                  <a:pt x="19947" y="16227"/>
                  <a:pt x="22529" y="17323"/>
                </a:cubicBezTo>
                <a:cubicBezTo>
                  <a:pt x="22889" y="17473"/>
                  <a:pt x="22979" y="17668"/>
                  <a:pt x="22964" y="18013"/>
                </a:cubicBezTo>
                <a:cubicBezTo>
                  <a:pt x="22934" y="18629"/>
                  <a:pt x="22949" y="19244"/>
                  <a:pt x="22949" y="19859"/>
                </a:cubicBezTo>
                <a:cubicBezTo>
                  <a:pt x="22949" y="22711"/>
                  <a:pt x="21073" y="24587"/>
                  <a:pt x="18236" y="24602"/>
                </a:cubicBezTo>
                <a:lnTo>
                  <a:pt x="10041" y="24602"/>
                </a:lnTo>
                <a:cubicBezTo>
                  <a:pt x="9876" y="24602"/>
                  <a:pt x="9711" y="24587"/>
                  <a:pt x="9516" y="24572"/>
                </a:cubicBezTo>
                <a:lnTo>
                  <a:pt x="9516" y="24002"/>
                </a:lnTo>
                <a:cubicBezTo>
                  <a:pt x="9516" y="20520"/>
                  <a:pt x="9531" y="17038"/>
                  <a:pt x="9501" y="13556"/>
                </a:cubicBezTo>
                <a:cubicBezTo>
                  <a:pt x="9501" y="13166"/>
                  <a:pt x="9621" y="12985"/>
                  <a:pt x="9981" y="12835"/>
                </a:cubicBezTo>
                <a:cubicBezTo>
                  <a:pt x="12833" y="11560"/>
                  <a:pt x="14439" y="8573"/>
                  <a:pt x="13899" y="5556"/>
                </a:cubicBezTo>
                <a:cubicBezTo>
                  <a:pt x="13358" y="2419"/>
                  <a:pt x="10672" y="93"/>
                  <a:pt x="7505" y="3"/>
                </a:cubicBezTo>
                <a:cubicBezTo>
                  <a:pt x="7440" y="1"/>
                  <a:pt x="7374" y="0"/>
                  <a:pt x="7309" y="0"/>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10800000">
            <a:off x="3805050" y="587552"/>
            <a:ext cx="1080573" cy="1479036"/>
          </a:xfrm>
          <a:custGeom>
            <a:rect b="b" l="l" r="r" t="t"/>
            <a:pathLst>
              <a:path extrusionOk="0" h="44765" w="32705">
                <a:moveTo>
                  <a:pt x="7280" y="4446"/>
                </a:moveTo>
                <a:cubicBezTo>
                  <a:pt x="8526" y="4446"/>
                  <a:pt x="9531" y="5496"/>
                  <a:pt x="9516" y="6742"/>
                </a:cubicBezTo>
                <a:cubicBezTo>
                  <a:pt x="9501" y="7949"/>
                  <a:pt x="8496" y="8933"/>
                  <a:pt x="7277" y="8933"/>
                </a:cubicBezTo>
                <a:cubicBezTo>
                  <a:pt x="7268" y="8933"/>
                  <a:pt x="7259" y="8933"/>
                  <a:pt x="7250" y="8933"/>
                </a:cubicBezTo>
                <a:cubicBezTo>
                  <a:pt x="6034" y="8918"/>
                  <a:pt x="5029" y="7898"/>
                  <a:pt x="5029" y="6682"/>
                </a:cubicBezTo>
                <a:cubicBezTo>
                  <a:pt x="5044" y="5466"/>
                  <a:pt x="6064" y="4446"/>
                  <a:pt x="7280" y="4446"/>
                </a:cubicBezTo>
                <a:close/>
                <a:moveTo>
                  <a:pt x="25215" y="8933"/>
                </a:moveTo>
                <a:cubicBezTo>
                  <a:pt x="26431" y="8948"/>
                  <a:pt x="27452" y="9969"/>
                  <a:pt x="27437" y="11184"/>
                </a:cubicBezTo>
                <a:cubicBezTo>
                  <a:pt x="27422" y="12406"/>
                  <a:pt x="26416" y="13421"/>
                  <a:pt x="25212" y="13421"/>
                </a:cubicBezTo>
                <a:cubicBezTo>
                  <a:pt x="25203" y="13421"/>
                  <a:pt x="25194" y="13421"/>
                  <a:pt x="25185" y="13421"/>
                </a:cubicBezTo>
                <a:cubicBezTo>
                  <a:pt x="23954" y="13406"/>
                  <a:pt x="22949" y="12385"/>
                  <a:pt x="22964" y="11154"/>
                </a:cubicBezTo>
                <a:cubicBezTo>
                  <a:pt x="22964" y="9924"/>
                  <a:pt x="23985" y="8933"/>
                  <a:pt x="25215" y="8933"/>
                </a:cubicBezTo>
                <a:close/>
                <a:moveTo>
                  <a:pt x="7265" y="35799"/>
                </a:moveTo>
                <a:lnTo>
                  <a:pt x="7265" y="35814"/>
                </a:lnTo>
                <a:cubicBezTo>
                  <a:pt x="7274" y="35813"/>
                  <a:pt x="7283" y="35813"/>
                  <a:pt x="7292" y="35813"/>
                </a:cubicBezTo>
                <a:cubicBezTo>
                  <a:pt x="8511" y="35813"/>
                  <a:pt x="9501" y="36798"/>
                  <a:pt x="9516" y="38020"/>
                </a:cubicBezTo>
                <a:cubicBezTo>
                  <a:pt x="9531" y="39257"/>
                  <a:pt x="8510" y="40286"/>
                  <a:pt x="7291" y="40286"/>
                </a:cubicBezTo>
                <a:cubicBezTo>
                  <a:pt x="7282" y="40286"/>
                  <a:pt x="7274" y="40286"/>
                  <a:pt x="7265" y="40286"/>
                </a:cubicBezTo>
                <a:cubicBezTo>
                  <a:pt x="6049" y="40271"/>
                  <a:pt x="5029" y="39251"/>
                  <a:pt x="5029" y="38035"/>
                </a:cubicBezTo>
                <a:cubicBezTo>
                  <a:pt x="5029" y="36819"/>
                  <a:pt x="6049" y="35814"/>
                  <a:pt x="7265" y="35799"/>
                </a:cubicBezTo>
                <a:close/>
                <a:moveTo>
                  <a:pt x="7309" y="0"/>
                </a:moveTo>
                <a:cubicBezTo>
                  <a:pt x="4165" y="0"/>
                  <a:pt x="1457" y="2122"/>
                  <a:pt x="736" y="5166"/>
                </a:cubicBezTo>
                <a:cubicBezTo>
                  <a:pt x="1" y="8273"/>
                  <a:pt x="1577" y="11485"/>
                  <a:pt x="4503" y="12790"/>
                </a:cubicBezTo>
                <a:cubicBezTo>
                  <a:pt x="4939" y="12985"/>
                  <a:pt x="5044" y="13211"/>
                  <a:pt x="5044" y="13646"/>
                </a:cubicBezTo>
                <a:cubicBezTo>
                  <a:pt x="5029" y="19484"/>
                  <a:pt x="5029" y="25338"/>
                  <a:pt x="5044" y="31176"/>
                </a:cubicBezTo>
                <a:cubicBezTo>
                  <a:pt x="5044" y="31551"/>
                  <a:pt x="4954" y="31746"/>
                  <a:pt x="4578" y="31911"/>
                </a:cubicBezTo>
                <a:cubicBezTo>
                  <a:pt x="1832" y="33112"/>
                  <a:pt x="226" y="35979"/>
                  <a:pt x="616" y="38935"/>
                </a:cubicBezTo>
                <a:cubicBezTo>
                  <a:pt x="1006" y="41817"/>
                  <a:pt x="3213" y="44113"/>
                  <a:pt x="6124" y="44654"/>
                </a:cubicBezTo>
                <a:cubicBezTo>
                  <a:pt x="6522" y="44728"/>
                  <a:pt x="6920" y="44764"/>
                  <a:pt x="7315" y="44764"/>
                </a:cubicBezTo>
                <a:cubicBezTo>
                  <a:pt x="9709" y="44764"/>
                  <a:pt x="11982" y="43435"/>
                  <a:pt x="13193" y="41232"/>
                </a:cubicBezTo>
                <a:cubicBezTo>
                  <a:pt x="14574" y="38725"/>
                  <a:pt x="14184" y="35528"/>
                  <a:pt x="12158" y="33472"/>
                </a:cubicBezTo>
                <a:cubicBezTo>
                  <a:pt x="11422" y="32722"/>
                  <a:pt x="10477" y="32197"/>
                  <a:pt x="9516" y="31476"/>
                </a:cubicBezTo>
                <a:lnTo>
                  <a:pt x="9516" y="29630"/>
                </a:lnTo>
                <a:lnTo>
                  <a:pt x="9516" y="29090"/>
                </a:lnTo>
                <a:lnTo>
                  <a:pt x="10147" y="29090"/>
                </a:lnTo>
                <a:cubicBezTo>
                  <a:pt x="12018" y="29090"/>
                  <a:pt x="13882" y="29096"/>
                  <a:pt x="15749" y="29096"/>
                </a:cubicBezTo>
                <a:cubicBezTo>
                  <a:pt x="16682" y="29096"/>
                  <a:pt x="17616" y="29095"/>
                  <a:pt x="18551" y="29090"/>
                </a:cubicBezTo>
                <a:cubicBezTo>
                  <a:pt x="22559" y="29060"/>
                  <a:pt x="26041" y="26373"/>
                  <a:pt x="27106" y="22516"/>
                </a:cubicBezTo>
                <a:cubicBezTo>
                  <a:pt x="27497" y="21135"/>
                  <a:pt x="27467" y="19709"/>
                  <a:pt x="27421" y="18299"/>
                </a:cubicBezTo>
                <a:cubicBezTo>
                  <a:pt x="27406" y="17743"/>
                  <a:pt x="27557" y="17458"/>
                  <a:pt x="28097" y="17203"/>
                </a:cubicBezTo>
                <a:cubicBezTo>
                  <a:pt x="31234" y="15747"/>
                  <a:pt x="32705" y="12055"/>
                  <a:pt x="31474" y="8813"/>
                </a:cubicBezTo>
                <a:cubicBezTo>
                  <a:pt x="30466" y="6135"/>
                  <a:pt x="27930" y="4462"/>
                  <a:pt x="25207" y="4462"/>
                </a:cubicBezTo>
                <a:cubicBezTo>
                  <a:pt x="24604" y="4462"/>
                  <a:pt x="23991" y="4544"/>
                  <a:pt x="23384" y="4716"/>
                </a:cubicBezTo>
                <a:cubicBezTo>
                  <a:pt x="20593" y="5496"/>
                  <a:pt x="18701" y="7883"/>
                  <a:pt x="18476" y="10839"/>
                </a:cubicBezTo>
                <a:cubicBezTo>
                  <a:pt x="18281" y="13526"/>
                  <a:pt x="19947" y="16227"/>
                  <a:pt x="22529" y="17323"/>
                </a:cubicBezTo>
                <a:cubicBezTo>
                  <a:pt x="22889" y="17473"/>
                  <a:pt x="22979" y="17668"/>
                  <a:pt x="22964" y="18013"/>
                </a:cubicBezTo>
                <a:cubicBezTo>
                  <a:pt x="22934" y="18629"/>
                  <a:pt x="22949" y="19244"/>
                  <a:pt x="22949" y="19859"/>
                </a:cubicBezTo>
                <a:cubicBezTo>
                  <a:pt x="22949" y="22711"/>
                  <a:pt x="21073" y="24587"/>
                  <a:pt x="18236" y="24602"/>
                </a:cubicBezTo>
                <a:lnTo>
                  <a:pt x="10041" y="24602"/>
                </a:lnTo>
                <a:cubicBezTo>
                  <a:pt x="9876" y="24602"/>
                  <a:pt x="9711" y="24587"/>
                  <a:pt x="9516" y="24572"/>
                </a:cubicBezTo>
                <a:lnTo>
                  <a:pt x="9516" y="24002"/>
                </a:lnTo>
                <a:cubicBezTo>
                  <a:pt x="9516" y="20520"/>
                  <a:pt x="9531" y="17038"/>
                  <a:pt x="9501" y="13556"/>
                </a:cubicBezTo>
                <a:cubicBezTo>
                  <a:pt x="9501" y="13166"/>
                  <a:pt x="9621" y="12985"/>
                  <a:pt x="9981" y="12835"/>
                </a:cubicBezTo>
                <a:cubicBezTo>
                  <a:pt x="12833" y="11560"/>
                  <a:pt x="14439" y="8573"/>
                  <a:pt x="13899" y="5556"/>
                </a:cubicBezTo>
                <a:cubicBezTo>
                  <a:pt x="13358" y="2419"/>
                  <a:pt x="10672" y="93"/>
                  <a:pt x="7505" y="3"/>
                </a:cubicBezTo>
                <a:cubicBezTo>
                  <a:pt x="7440" y="1"/>
                  <a:pt x="7374" y="0"/>
                  <a:pt x="7309" y="0"/>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
          <p:cNvSpPr txBox="1"/>
          <p:nvPr>
            <p:ph type="title"/>
          </p:nvPr>
        </p:nvSpPr>
        <p:spPr>
          <a:xfrm>
            <a:off x="752400" y="1587600"/>
            <a:ext cx="3513600" cy="700500"/>
          </a:xfrm>
          <a:prstGeom prst="rect">
            <a:avLst/>
          </a:prstGeom>
        </p:spPr>
        <p:txBody>
          <a:bodyPr anchorCtr="0" anchor="ctr" bIns="91425" lIns="0" spcFirstLastPara="1" rIns="0"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0" name="Google Shape;140;p10"/>
          <p:cNvSpPr txBox="1"/>
          <p:nvPr>
            <p:ph idx="1" type="body"/>
          </p:nvPr>
        </p:nvSpPr>
        <p:spPr>
          <a:xfrm>
            <a:off x="752400" y="2148033"/>
            <a:ext cx="3513600" cy="1405200"/>
          </a:xfrm>
          <a:prstGeom prst="rect">
            <a:avLst/>
          </a:prstGeom>
        </p:spPr>
        <p:txBody>
          <a:bodyPr anchorCtr="0" anchor="ctr" bIns="91425" lIns="0" spcFirstLastPara="1" rIns="0"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1" name="Google Shape;141;p10"/>
          <p:cNvSpPr/>
          <p:nvPr>
            <p:ph idx="2" type="pic"/>
          </p:nvPr>
        </p:nvSpPr>
        <p:spPr>
          <a:xfrm>
            <a:off x="4428000" y="856800"/>
            <a:ext cx="1836000" cy="730800"/>
          </a:xfrm>
          <a:prstGeom prst="roundRect">
            <a:avLst>
              <a:gd fmla="val 8114" name="adj"/>
            </a:avLst>
          </a:prstGeom>
          <a:noFill/>
          <a:ln>
            <a:noFill/>
          </a:ln>
        </p:spPr>
      </p:sp>
      <p:sp>
        <p:nvSpPr>
          <p:cNvPr id="142" name="Google Shape;142;p10"/>
          <p:cNvSpPr/>
          <p:nvPr/>
        </p:nvSpPr>
        <p:spPr>
          <a:xfrm>
            <a:off x="6430425" y="858413"/>
            <a:ext cx="1837500" cy="1839000"/>
          </a:xfrm>
          <a:prstGeom prst="roundRect">
            <a:avLst>
              <a:gd fmla="val 8139" name="adj"/>
            </a:avLst>
          </a:prstGeom>
          <a:solidFill>
            <a:srgbClr val="424E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10"/>
          <p:cNvSpPr/>
          <p:nvPr/>
        </p:nvSpPr>
        <p:spPr>
          <a:xfrm>
            <a:off x="4429050" y="1753268"/>
            <a:ext cx="1837500" cy="2925600"/>
          </a:xfrm>
          <a:prstGeom prst="roundRect">
            <a:avLst>
              <a:gd fmla="val 8139" name="adj"/>
            </a:avLst>
          </a:prstGeom>
          <a:solidFill>
            <a:srgbClr val="FF6A2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0"/>
          <p:cNvSpPr/>
          <p:nvPr>
            <p:ph idx="3" type="pic"/>
          </p:nvPr>
        </p:nvSpPr>
        <p:spPr>
          <a:xfrm>
            <a:off x="6429600" y="2840400"/>
            <a:ext cx="1836000" cy="1839600"/>
          </a:xfrm>
          <a:prstGeom prst="roundRect">
            <a:avLst>
              <a:gd fmla="val 8114" name="adj"/>
            </a:avLst>
          </a:prstGeom>
          <a:noFill/>
          <a:ln>
            <a:noFill/>
          </a:ln>
        </p:spPr>
      </p:sp>
      <p:sp>
        <p:nvSpPr>
          <p:cNvPr id="145" name="Google Shape;145;p10"/>
          <p:cNvSpPr txBox="1"/>
          <p:nvPr>
            <p:ph idx="4" type="title"/>
          </p:nvPr>
        </p:nvSpPr>
        <p:spPr>
          <a:xfrm>
            <a:off x="4554000" y="2448000"/>
            <a:ext cx="1584000" cy="370800"/>
          </a:xfrm>
          <a:prstGeom prst="rect">
            <a:avLst/>
          </a:prstGeom>
        </p:spPr>
        <p:txBody>
          <a:bodyPr anchorCtr="0" anchor="ctr" bIns="91425" lIns="0" spcFirstLastPara="1" rIns="0" wrap="square" tIns="91425">
            <a:norm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46" name="Google Shape;146;p10"/>
          <p:cNvSpPr txBox="1"/>
          <p:nvPr>
            <p:ph idx="5" type="body"/>
          </p:nvPr>
        </p:nvSpPr>
        <p:spPr>
          <a:xfrm>
            <a:off x="4554000" y="2667600"/>
            <a:ext cx="1584000" cy="1317600"/>
          </a:xfrm>
          <a:prstGeom prst="rect">
            <a:avLst/>
          </a:prstGeom>
        </p:spPr>
        <p:txBody>
          <a:bodyPr anchorCtr="0" anchor="ctr" bIns="91425" lIns="0" spcFirstLastPara="1" rIns="0" wrap="square" tIns="91425">
            <a:normAutofit/>
          </a:bodyPr>
          <a:lstStyle>
            <a:lvl1pPr indent="-304800" lvl="0" marL="457200" rtl="0" algn="ctr">
              <a:spcBef>
                <a:spcPts val="0"/>
              </a:spcBef>
              <a:spcAft>
                <a:spcPts val="0"/>
              </a:spcAft>
              <a:buSzPts val="1200"/>
              <a:buChar char="●"/>
              <a:defRPr sz="1200"/>
            </a:lvl1pPr>
            <a:lvl2pPr indent="-304800" lvl="1" marL="914400" rtl="0" algn="ctr">
              <a:spcBef>
                <a:spcPts val="0"/>
              </a:spcBef>
              <a:spcAft>
                <a:spcPts val="0"/>
              </a:spcAft>
              <a:buSzPts val="1200"/>
              <a:buChar char="○"/>
              <a:defRPr sz="1200"/>
            </a:lvl2pPr>
            <a:lvl3pPr indent="-304800" lvl="2" marL="1371600" rtl="0" algn="ctr">
              <a:spcBef>
                <a:spcPts val="0"/>
              </a:spcBef>
              <a:spcAft>
                <a:spcPts val="0"/>
              </a:spcAft>
              <a:buSzPts val="1200"/>
              <a:buChar char="■"/>
              <a:defRPr sz="1200"/>
            </a:lvl3pPr>
            <a:lvl4pPr indent="-304800" lvl="3" marL="1828800" rtl="0" algn="ctr">
              <a:spcBef>
                <a:spcPts val="0"/>
              </a:spcBef>
              <a:spcAft>
                <a:spcPts val="0"/>
              </a:spcAft>
              <a:buSzPts val="1200"/>
              <a:buChar char="●"/>
              <a:defRPr sz="1200"/>
            </a:lvl4pPr>
            <a:lvl5pPr indent="-304800" lvl="4" marL="2286000" rtl="0" algn="ctr">
              <a:spcBef>
                <a:spcPts val="0"/>
              </a:spcBef>
              <a:spcAft>
                <a:spcPts val="0"/>
              </a:spcAft>
              <a:buSzPts val="1200"/>
              <a:buChar char="○"/>
              <a:defRPr sz="1200"/>
            </a:lvl5pPr>
            <a:lvl6pPr indent="-304800" lvl="5" marL="2743200" rtl="0" algn="ctr">
              <a:spcBef>
                <a:spcPts val="0"/>
              </a:spcBef>
              <a:spcAft>
                <a:spcPts val="0"/>
              </a:spcAft>
              <a:buSzPts val="1200"/>
              <a:buChar char="■"/>
              <a:defRPr sz="1200"/>
            </a:lvl6pPr>
            <a:lvl7pPr indent="-304800" lvl="6" marL="3200400" rtl="0" algn="ctr">
              <a:spcBef>
                <a:spcPts val="0"/>
              </a:spcBef>
              <a:spcAft>
                <a:spcPts val="0"/>
              </a:spcAft>
              <a:buSzPts val="1200"/>
              <a:buChar char="●"/>
              <a:defRPr sz="1200"/>
            </a:lvl7pPr>
            <a:lvl8pPr indent="-304800" lvl="7" marL="3657600" rtl="0" algn="ctr">
              <a:spcBef>
                <a:spcPts val="0"/>
              </a:spcBef>
              <a:spcAft>
                <a:spcPts val="0"/>
              </a:spcAft>
              <a:buSzPts val="1200"/>
              <a:buChar char="○"/>
              <a:defRPr sz="1200"/>
            </a:lvl8pPr>
            <a:lvl9pPr indent="-304800" lvl="8" marL="4114800" rtl="0" algn="ctr">
              <a:spcBef>
                <a:spcPts val="0"/>
              </a:spcBef>
              <a:spcAft>
                <a:spcPts val="0"/>
              </a:spcAft>
              <a:buSzPts val="1200"/>
              <a:buChar char="■"/>
              <a:defRPr sz="1200"/>
            </a:lvl9pPr>
          </a:lstStyle>
          <a:p/>
        </p:txBody>
      </p:sp>
      <p:sp>
        <p:nvSpPr>
          <p:cNvPr id="147" name="Google Shape;147;p10"/>
          <p:cNvSpPr txBox="1"/>
          <p:nvPr>
            <p:ph idx="6" type="title"/>
          </p:nvPr>
        </p:nvSpPr>
        <p:spPr>
          <a:xfrm>
            <a:off x="6555600" y="1058400"/>
            <a:ext cx="1584000" cy="347400"/>
          </a:xfrm>
          <a:prstGeom prst="rect">
            <a:avLst/>
          </a:prstGeom>
        </p:spPr>
        <p:txBody>
          <a:bodyPr anchorCtr="0" anchor="ctr" bIns="91425" lIns="0" spcFirstLastPara="1" rIns="0" wrap="square" tIns="91425">
            <a:norm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48" name="Google Shape;148;p10"/>
          <p:cNvSpPr txBox="1"/>
          <p:nvPr>
            <p:ph idx="7" type="body"/>
          </p:nvPr>
        </p:nvSpPr>
        <p:spPr>
          <a:xfrm>
            <a:off x="6555600" y="1264114"/>
            <a:ext cx="1584000" cy="1234200"/>
          </a:xfrm>
          <a:prstGeom prst="rect">
            <a:avLst/>
          </a:prstGeom>
        </p:spPr>
        <p:txBody>
          <a:bodyPr anchorCtr="0" anchor="ctr" bIns="91425" lIns="0" spcFirstLastPara="1" rIns="0" wrap="square" tIns="91425">
            <a:normAutofit/>
          </a:bodyPr>
          <a:lstStyle>
            <a:lvl1pPr indent="-304800" lvl="0" marL="457200" rtl="0" algn="ctr">
              <a:spcBef>
                <a:spcPts val="0"/>
              </a:spcBef>
              <a:spcAft>
                <a:spcPts val="0"/>
              </a:spcAft>
              <a:buSzPts val="1200"/>
              <a:buChar char="●"/>
              <a:defRPr sz="1200"/>
            </a:lvl1pPr>
            <a:lvl2pPr indent="-304800" lvl="1" marL="914400" rtl="0" algn="ctr">
              <a:spcBef>
                <a:spcPts val="0"/>
              </a:spcBef>
              <a:spcAft>
                <a:spcPts val="0"/>
              </a:spcAft>
              <a:buSzPts val="1200"/>
              <a:buChar char="○"/>
              <a:defRPr sz="1200"/>
            </a:lvl2pPr>
            <a:lvl3pPr indent="-304800" lvl="2" marL="1371600" rtl="0" algn="ctr">
              <a:spcBef>
                <a:spcPts val="0"/>
              </a:spcBef>
              <a:spcAft>
                <a:spcPts val="0"/>
              </a:spcAft>
              <a:buSzPts val="1200"/>
              <a:buChar char="■"/>
              <a:defRPr sz="1200"/>
            </a:lvl3pPr>
            <a:lvl4pPr indent="-304800" lvl="3" marL="1828800" rtl="0" algn="ctr">
              <a:spcBef>
                <a:spcPts val="0"/>
              </a:spcBef>
              <a:spcAft>
                <a:spcPts val="0"/>
              </a:spcAft>
              <a:buSzPts val="1200"/>
              <a:buChar char="●"/>
              <a:defRPr sz="1200"/>
            </a:lvl4pPr>
            <a:lvl5pPr indent="-304800" lvl="4" marL="2286000" rtl="0" algn="ctr">
              <a:spcBef>
                <a:spcPts val="0"/>
              </a:spcBef>
              <a:spcAft>
                <a:spcPts val="0"/>
              </a:spcAft>
              <a:buSzPts val="1200"/>
              <a:buChar char="○"/>
              <a:defRPr sz="1200"/>
            </a:lvl5pPr>
            <a:lvl6pPr indent="-304800" lvl="5" marL="2743200" rtl="0" algn="ctr">
              <a:spcBef>
                <a:spcPts val="0"/>
              </a:spcBef>
              <a:spcAft>
                <a:spcPts val="0"/>
              </a:spcAft>
              <a:buSzPts val="1200"/>
              <a:buChar char="■"/>
              <a:defRPr sz="1200"/>
            </a:lvl6pPr>
            <a:lvl7pPr indent="-304800" lvl="6" marL="3200400" rtl="0" algn="ctr">
              <a:spcBef>
                <a:spcPts val="0"/>
              </a:spcBef>
              <a:spcAft>
                <a:spcPts val="0"/>
              </a:spcAft>
              <a:buSzPts val="1200"/>
              <a:buChar char="●"/>
              <a:defRPr sz="1200"/>
            </a:lvl7pPr>
            <a:lvl8pPr indent="-304800" lvl="7" marL="3657600" rtl="0" algn="ctr">
              <a:spcBef>
                <a:spcPts val="0"/>
              </a:spcBef>
              <a:spcAft>
                <a:spcPts val="0"/>
              </a:spcAft>
              <a:buSzPts val="1200"/>
              <a:buChar char="○"/>
              <a:defRPr sz="1200"/>
            </a:lvl8pPr>
            <a:lvl9pPr indent="-304800" lvl="8" marL="4114800" rtl="0" algn="ctr">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ture of Coding Slide">
  <p:cSld name="BIG_NUMBER">
    <p:spTree>
      <p:nvGrpSpPr>
        <p:cNvPr id="149" name="Shape 149"/>
        <p:cNvGrpSpPr/>
        <p:nvPr/>
      </p:nvGrpSpPr>
      <p:grpSpPr>
        <a:xfrm>
          <a:off x="0" y="0"/>
          <a:ext cx="0" cy="0"/>
          <a:chOff x="0" y="0"/>
          <a:chExt cx="0" cy="0"/>
        </a:xfrm>
      </p:grpSpPr>
      <p:sp>
        <p:nvSpPr>
          <p:cNvPr id="150" name="Google Shape;150;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51" name="Google Shape;151;p11"/>
          <p:cNvSpPr/>
          <p:nvPr/>
        </p:nvSpPr>
        <p:spPr>
          <a:xfrm>
            <a:off x="6940750" y="648450"/>
            <a:ext cx="1951409" cy="1886210"/>
          </a:xfrm>
          <a:custGeom>
            <a:rect b="b" l="l" r="r" t="t"/>
            <a:pathLst>
              <a:path extrusionOk="0" h="70473" w="72328">
                <a:moveTo>
                  <a:pt x="49998" y="5579"/>
                </a:moveTo>
                <a:cubicBezTo>
                  <a:pt x="51308" y="5579"/>
                  <a:pt x="52669" y="5744"/>
                  <a:pt x="54077" y="6078"/>
                </a:cubicBezTo>
                <a:cubicBezTo>
                  <a:pt x="60501" y="7594"/>
                  <a:pt x="64463" y="11871"/>
                  <a:pt x="65949" y="18295"/>
                </a:cubicBezTo>
                <a:cubicBezTo>
                  <a:pt x="66729" y="21597"/>
                  <a:pt x="66309" y="24869"/>
                  <a:pt x="64898" y="27961"/>
                </a:cubicBezTo>
                <a:cubicBezTo>
                  <a:pt x="64418" y="28966"/>
                  <a:pt x="64328" y="29942"/>
                  <a:pt x="64658" y="31007"/>
                </a:cubicBezTo>
                <a:cubicBezTo>
                  <a:pt x="64973" y="31953"/>
                  <a:pt x="65198" y="32928"/>
                  <a:pt x="65484" y="33949"/>
                </a:cubicBezTo>
                <a:cubicBezTo>
                  <a:pt x="63833" y="34084"/>
                  <a:pt x="62242" y="34174"/>
                  <a:pt x="60666" y="34384"/>
                </a:cubicBezTo>
                <a:cubicBezTo>
                  <a:pt x="60020" y="34459"/>
                  <a:pt x="59390" y="34744"/>
                  <a:pt x="58775" y="34985"/>
                </a:cubicBezTo>
                <a:cubicBezTo>
                  <a:pt x="57304" y="35585"/>
                  <a:pt x="55863" y="36230"/>
                  <a:pt x="54392" y="36846"/>
                </a:cubicBezTo>
                <a:cubicBezTo>
                  <a:pt x="54227" y="36906"/>
                  <a:pt x="54032" y="36906"/>
                  <a:pt x="53777" y="36951"/>
                </a:cubicBezTo>
                <a:cubicBezTo>
                  <a:pt x="53777" y="35345"/>
                  <a:pt x="53792" y="33769"/>
                  <a:pt x="53777" y="32208"/>
                </a:cubicBezTo>
                <a:cubicBezTo>
                  <a:pt x="53732" y="28771"/>
                  <a:pt x="52441" y="25889"/>
                  <a:pt x="49830" y="23623"/>
                </a:cubicBezTo>
                <a:cubicBezTo>
                  <a:pt x="47818" y="21882"/>
                  <a:pt x="45447" y="20967"/>
                  <a:pt x="42775" y="20921"/>
                </a:cubicBezTo>
                <a:cubicBezTo>
                  <a:pt x="41727" y="20902"/>
                  <a:pt x="40676" y="20897"/>
                  <a:pt x="39623" y="20897"/>
                </a:cubicBezTo>
                <a:cubicBezTo>
                  <a:pt x="38219" y="20897"/>
                  <a:pt x="36813" y="20906"/>
                  <a:pt x="35406" y="20906"/>
                </a:cubicBezTo>
                <a:lnTo>
                  <a:pt x="34551" y="20906"/>
                </a:lnTo>
                <a:cubicBezTo>
                  <a:pt x="34716" y="17469"/>
                  <a:pt x="35751" y="14408"/>
                  <a:pt x="37853" y="11811"/>
                </a:cubicBezTo>
                <a:cubicBezTo>
                  <a:pt x="41158" y="7741"/>
                  <a:pt x="45248" y="5579"/>
                  <a:pt x="49998" y="5579"/>
                </a:cubicBezTo>
                <a:close/>
                <a:moveTo>
                  <a:pt x="50411" y="0"/>
                </a:moveTo>
                <a:cubicBezTo>
                  <a:pt x="49753" y="0"/>
                  <a:pt x="49088" y="30"/>
                  <a:pt x="48419" y="90"/>
                </a:cubicBezTo>
                <a:cubicBezTo>
                  <a:pt x="39864" y="840"/>
                  <a:pt x="32404" y="6843"/>
                  <a:pt x="29928" y="15083"/>
                </a:cubicBezTo>
                <a:cubicBezTo>
                  <a:pt x="29373" y="16944"/>
                  <a:pt x="29133" y="18910"/>
                  <a:pt x="28727" y="20906"/>
                </a:cubicBezTo>
                <a:lnTo>
                  <a:pt x="28037" y="20906"/>
                </a:lnTo>
                <a:cubicBezTo>
                  <a:pt x="25230" y="20906"/>
                  <a:pt x="22424" y="20903"/>
                  <a:pt x="19615" y="20903"/>
                </a:cubicBezTo>
                <a:cubicBezTo>
                  <a:pt x="16807" y="20903"/>
                  <a:pt x="13996" y="20906"/>
                  <a:pt x="11182" y="20921"/>
                </a:cubicBezTo>
                <a:cubicBezTo>
                  <a:pt x="6244" y="20936"/>
                  <a:pt x="1952" y="24148"/>
                  <a:pt x="496" y="28861"/>
                </a:cubicBezTo>
                <a:cubicBezTo>
                  <a:pt x="301" y="29521"/>
                  <a:pt x="166" y="30212"/>
                  <a:pt x="1" y="30887"/>
                </a:cubicBezTo>
                <a:lnTo>
                  <a:pt x="1" y="55606"/>
                </a:lnTo>
                <a:cubicBezTo>
                  <a:pt x="46" y="55726"/>
                  <a:pt x="106" y="55862"/>
                  <a:pt x="121" y="55997"/>
                </a:cubicBezTo>
                <a:cubicBezTo>
                  <a:pt x="856" y="60184"/>
                  <a:pt x="3168" y="63096"/>
                  <a:pt x="7055" y="64792"/>
                </a:cubicBezTo>
                <a:cubicBezTo>
                  <a:pt x="7730" y="65077"/>
                  <a:pt x="8646" y="65152"/>
                  <a:pt x="9036" y="65647"/>
                </a:cubicBezTo>
                <a:cubicBezTo>
                  <a:pt x="9441" y="66157"/>
                  <a:pt x="9336" y="67073"/>
                  <a:pt x="9471" y="67808"/>
                </a:cubicBezTo>
                <a:cubicBezTo>
                  <a:pt x="9806" y="69525"/>
                  <a:pt x="10824" y="70473"/>
                  <a:pt x="12179" y="70473"/>
                </a:cubicBezTo>
                <a:cubicBezTo>
                  <a:pt x="12708" y="70473"/>
                  <a:pt x="13288" y="70329"/>
                  <a:pt x="13899" y="70030"/>
                </a:cubicBezTo>
                <a:cubicBezTo>
                  <a:pt x="16750" y="68649"/>
                  <a:pt x="19572" y="67253"/>
                  <a:pt x="22424" y="65887"/>
                </a:cubicBezTo>
                <a:cubicBezTo>
                  <a:pt x="22799" y="65707"/>
                  <a:pt x="23264" y="65602"/>
                  <a:pt x="23684" y="65602"/>
                </a:cubicBezTo>
                <a:cubicBezTo>
                  <a:pt x="26776" y="65595"/>
                  <a:pt x="29868" y="65595"/>
                  <a:pt x="32960" y="65595"/>
                </a:cubicBezTo>
                <a:cubicBezTo>
                  <a:pt x="36052" y="65595"/>
                  <a:pt x="39143" y="65595"/>
                  <a:pt x="42235" y="65587"/>
                </a:cubicBezTo>
                <a:cubicBezTo>
                  <a:pt x="42971" y="65587"/>
                  <a:pt x="43721" y="65542"/>
                  <a:pt x="44471" y="65422"/>
                </a:cubicBezTo>
                <a:cubicBezTo>
                  <a:pt x="49769" y="64627"/>
                  <a:pt x="53942" y="59584"/>
                  <a:pt x="53792" y="54226"/>
                </a:cubicBezTo>
                <a:cubicBezTo>
                  <a:pt x="53732" y="52620"/>
                  <a:pt x="52516" y="51389"/>
                  <a:pt x="50970" y="51389"/>
                </a:cubicBezTo>
                <a:cubicBezTo>
                  <a:pt x="49439" y="51389"/>
                  <a:pt x="48239" y="52575"/>
                  <a:pt x="48164" y="54136"/>
                </a:cubicBezTo>
                <a:cubicBezTo>
                  <a:pt x="48028" y="57768"/>
                  <a:pt x="45747" y="59974"/>
                  <a:pt x="42115" y="59974"/>
                </a:cubicBezTo>
                <a:cubicBezTo>
                  <a:pt x="38896" y="59974"/>
                  <a:pt x="35676" y="59970"/>
                  <a:pt x="32457" y="59970"/>
                </a:cubicBezTo>
                <a:cubicBezTo>
                  <a:pt x="29238" y="59970"/>
                  <a:pt x="26018" y="59974"/>
                  <a:pt x="22799" y="59989"/>
                </a:cubicBezTo>
                <a:cubicBezTo>
                  <a:pt x="22124" y="59989"/>
                  <a:pt x="21403" y="60169"/>
                  <a:pt x="20773" y="60454"/>
                </a:cubicBezTo>
                <a:cubicBezTo>
                  <a:pt x="18882" y="61310"/>
                  <a:pt x="17036" y="62255"/>
                  <a:pt x="15160" y="63171"/>
                </a:cubicBezTo>
                <a:cubicBezTo>
                  <a:pt x="14949" y="63276"/>
                  <a:pt x="14709" y="63351"/>
                  <a:pt x="14439" y="63471"/>
                </a:cubicBezTo>
                <a:cubicBezTo>
                  <a:pt x="14364" y="63051"/>
                  <a:pt x="14304" y="62705"/>
                  <a:pt x="14229" y="62375"/>
                </a:cubicBezTo>
                <a:cubicBezTo>
                  <a:pt x="13914" y="60889"/>
                  <a:pt x="12893" y="60034"/>
                  <a:pt x="11362" y="59974"/>
                </a:cubicBezTo>
                <a:cubicBezTo>
                  <a:pt x="7835" y="59839"/>
                  <a:pt x="5614" y="57543"/>
                  <a:pt x="5614" y="53985"/>
                </a:cubicBezTo>
                <a:lnTo>
                  <a:pt x="5614" y="32568"/>
                </a:lnTo>
                <a:cubicBezTo>
                  <a:pt x="5614" y="28906"/>
                  <a:pt x="7970" y="26535"/>
                  <a:pt x="11617" y="26535"/>
                </a:cubicBezTo>
                <a:cubicBezTo>
                  <a:pt x="16713" y="26527"/>
                  <a:pt x="21805" y="26523"/>
                  <a:pt x="26896" y="26523"/>
                </a:cubicBezTo>
                <a:cubicBezTo>
                  <a:pt x="31988" y="26523"/>
                  <a:pt x="37080" y="26527"/>
                  <a:pt x="42175" y="26535"/>
                </a:cubicBezTo>
                <a:cubicBezTo>
                  <a:pt x="45777" y="26535"/>
                  <a:pt x="48164" y="28921"/>
                  <a:pt x="48164" y="32508"/>
                </a:cubicBezTo>
                <a:cubicBezTo>
                  <a:pt x="48164" y="34970"/>
                  <a:pt x="48164" y="37431"/>
                  <a:pt x="48164" y="39877"/>
                </a:cubicBezTo>
                <a:cubicBezTo>
                  <a:pt x="48178" y="41802"/>
                  <a:pt x="49281" y="42959"/>
                  <a:pt x="51121" y="42959"/>
                </a:cubicBezTo>
                <a:cubicBezTo>
                  <a:pt x="51190" y="42959"/>
                  <a:pt x="51260" y="42957"/>
                  <a:pt x="51330" y="42954"/>
                </a:cubicBezTo>
                <a:cubicBezTo>
                  <a:pt x="54752" y="42789"/>
                  <a:pt x="57964" y="41889"/>
                  <a:pt x="60966" y="40208"/>
                </a:cubicBezTo>
                <a:cubicBezTo>
                  <a:pt x="61221" y="40072"/>
                  <a:pt x="61506" y="39922"/>
                  <a:pt x="61791" y="39892"/>
                </a:cubicBezTo>
                <a:cubicBezTo>
                  <a:pt x="64178" y="39682"/>
                  <a:pt x="66549" y="39487"/>
                  <a:pt x="68936" y="39307"/>
                </a:cubicBezTo>
                <a:cubicBezTo>
                  <a:pt x="71187" y="39142"/>
                  <a:pt x="72328" y="37566"/>
                  <a:pt x="71727" y="35390"/>
                </a:cubicBezTo>
                <a:cubicBezTo>
                  <a:pt x="71277" y="33784"/>
                  <a:pt x="70812" y="32193"/>
                  <a:pt x="70406" y="30587"/>
                </a:cubicBezTo>
                <a:cubicBezTo>
                  <a:pt x="70301" y="30167"/>
                  <a:pt x="70331" y="29656"/>
                  <a:pt x="70481" y="29251"/>
                </a:cubicBezTo>
                <a:cubicBezTo>
                  <a:pt x="71757" y="25844"/>
                  <a:pt x="72222" y="22317"/>
                  <a:pt x="71727" y="18700"/>
                </a:cubicBezTo>
                <a:cubicBezTo>
                  <a:pt x="70242" y="7811"/>
                  <a:pt x="61149" y="0"/>
                  <a:pt x="50411" y="0"/>
                </a:cubicBezTo>
                <a:close/>
              </a:path>
            </a:pathLst>
          </a:custGeom>
          <a:solidFill>
            <a:srgbClr val="FFFFFF">
              <a:alpha val="7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a:off x="601425" y="2534600"/>
            <a:ext cx="5721000" cy="1736400"/>
          </a:xfrm>
          <a:prstGeom prst="roundRect">
            <a:avLst>
              <a:gd fmla="val 8139" name="adj"/>
            </a:avLst>
          </a:prstGeom>
          <a:solidFill>
            <a:srgbClr val="FFFFFF">
              <a:alpha val="7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11"/>
          <p:cNvSpPr/>
          <p:nvPr>
            <p:ph idx="2" type="pic"/>
          </p:nvPr>
        </p:nvSpPr>
        <p:spPr>
          <a:xfrm>
            <a:off x="4575600" y="2534400"/>
            <a:ext cx="1746000" cy="1735200"/>
          </a:xfrm>
          <a:prstGeom prst="roundRect">
            <a:avLst>
              <a:gd fmla="val 8114" name="adj"/>
            </a:avLst>
          </a:prstGeom>
          <a:noFill/>
          <a:ln>
            <a:noFill/>
          </a:ln>
        </p:spPr>
      </p:sp>
      <p:sp>
        <p:nvSpPr>
          <p:cNvPr id="154" name="Google Shape;154;p11"/>
          <p:cNvSpPr/>
          <p:nvPr>
            <p:ph idx="3" type="pic"/>
          </p:nvPr>
        </p:nvSpPr>
        <p:spPr>
          <a:xfrm>
            <a:off x="6663600" y="2534400"/>
            <a:ext cx="1746000" cy="1735200"/>
          </a:xfrm>
          <a:prstGeom prst="roundRect">
            <a:avLst>
              <a:gd fmla="val 8114" name="adj"/>
            </a:avLst>
          </a:prstGeom>
          <a:noFill/>
          <a:ln>
            <a:noFill/>
          </a:ln>
        </p:spPr>
      </p:sp>
      <p:sp>
        <p:nvSpPr>
          <p:cNvPr id="155" name="Google Shape;155;p11"/>
          <p:cNvSpPr txBox="1"/>
          <p:nvPr>
            <p:ph idx="1" type="body"/>
          </p:nvPr>
        </p:nvSpPr>
        <p:spPr>
          <a:xfrm>
            <a:off x="817200" y="2775600"/>
            <a:ext cx="3495600" cy="1252800"/>
          </a:xfrm>
          <a:prstGeom prst="rect">
            <a:avLst/>
          </a:prstGeom>
        </p:spPr>
        <p:txBody>
          <a:bodyPr anchorCtr="0" anchor="ctr" bIns="91425" lIns="0" spcFirstLastPara="1" rIns="0"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56" name="Google Shape;156;p11"/>
          <p:cNvSpPr txBox="1"/>
          <p:nvPr>
            <p:ph type="title"/>
          </p:nvPr>
        </p:nvSpPr>
        <p:spPr>
          <a:xfrm>
            <a:off x="648000" y="1378800"/>
            <a:ext cx="2322000" cy="594000"/>
          </a:xfrm>
          <a:prstGeom prst="rect">
            <a:avLst/>
          </a:prstGeom>
        </p:spPr>
        <p:txBody>
          <a:bodyPr anchorCtr="0" anchor="ctr" bIns="91425" lIns="0" spcFirstLastPara="1" rIns="0"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7" name="Google Shape;157;p11"/>
          <p:cNvSpPr txBox="1"/>
          <p:nvPr>
            <p:ph idx="4" type="body"/>
          </p:nvPr>
        </p:nvSpPr>
        <p:spPr>
          <a:xfrm>
            <a:off x="2966400" y="1216800"/>
            <a:ext cx="5778000" cy="918000"/>
          </a:xfrm>
          <a:prstGeom prst="rect">
            <a:avLst/>
          </a:prstGeom>
        </p:spPr>
        <p:txBody>
          <a:bodyPr anchorCtr="0" anchor="ctr" bIns="91425" lIns="0" spcFirstLastPara="1" rIns="0"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8" name="Shape 158"/>
        <p:cNvGrpSpPr/>
        <p:nvPr/>
      </p:nvGrpSpPr>
      <p:grpSpPr>
        <a:xfrm>
          <a:off x="0" y="0"/>
          <a:ext cx="0" cy="0"/>
          <a:chOff x="0" y="0"/>
          <a:chExt cx="0" cy="0"/>
        </a:xfrm>
      </p:grpSpPr>
      <p:sp>
        <p:nvSpPr>
          <p:cNvPr id="159" name="Google Shape;1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F0739"/>
        </a:solidFill>
      </p:bgPr>
    </p:bg>
    <p:spTree>
      <p:nvGrpSpPr>
        <p:cNvPr id="5" name="Shape 5"/>
        <p:cNvGrpSpPr/>
        <p:nvPr/>
      </p:nvGrpSpPr>
      <p:grpSpPr>
        <a:xfrm>
          <a:off x="0" y="0"/>
          <a:ext cx="0" cy="0"/>
          <a:chOff x="0" y="0"/>
          <a:chExt cx="0" cy="0"/>
        </a:xfrm>
      </p:grpSpPr>
      <p:sp>
        <p:nvSpPr>
          <p:cNvPr id="6" name="Google Shape;6;p1"/>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sz="2800">
              <a:solidFill>
                <a:srgbClr val="000000"/>
              </a:solidFill>
            </a:endParaRPr>
          </a:p>
        </p:txBody>
      </p:sp>
      <p:sp>
        <p:nvSpPr>
          <p:cNvPr id="7" name="Google Shape;7;p1"/>
          <p:cNvSpPr/>
          <p:nvPr/>
        </p:nvSpPr>
        <p:spPr>
          <a:xfrm>
            <a:off x="251850" y="185700"/>
            <a:ext cx="8640300" cy="4772100"/>
          </a:xfrm>
          <a:prstGeom prst="roundRect">
            <a:avLst>
              <a:gd fmla="val 3695" name="adj"/>
            </a:avLst>
          </a:prstGeom>
          <a:solidFill>
            <a:srgbClr val="1B196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 name="Google Shape;8;p1"/>
          <p:cNvSpPr/>
          <p:nvPr/>
        </p:nvSpPr>
        <p:spPr>
          <a:xfrm>
            <a:off x="251850" y="185700"/>
            <a:ext cx="8640300" cy="630600"/>
          </a:xfrm>
          <a:prstGeom prst="roundRect">
            <a:avLst>
              <a:gd fmla="val 20704"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 name="Google Shape;9;p1"/>
          <p:cNvSpPr/>
          <p:nvPr/>
        </p:nvSpPr>
        <p:spPr>
          <a:xfrm>
            <a:off x="251850" y="587550"/>
            <a:ext cx="8640300" cy="426600"/>
          </a:xfrm>
          <a:prstGeom prst="roundRect">
            <a:avLst>
              <a:gd fmla="val 0" name="adj"/>
            </a:avLst>
          </a:prstGeom>
          <a:solidFill>
            <a:srgbClr val="1B196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 name="Google Shape;10;p1"/>
          <p:cNvSpPr/>
          <p:nvPr/>
        </p:nvSpPr>
        <p:spPr>
          <a:xfrm>
            <a:off x="476250" y="306175"/>
            <a:ext cx="170100" cy="170100"/>
          </a:xfrm>
          <a:prstGeom prst="ellipse">
            <a:avLst/>
          </a:prstGeom>
          <a:solidFill>
            <a:srgbClr val="FF6A2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1"/>
          <p:cNvSpPr/>
          <p:nvPr/>
        </p:nvSpPr>
        <p:spPr>
          <a:xfrm>
            <a:off x="753375" y="306175"/>
            <a:ext cx="170100" cy="170100"/>
          </a:xfrm>
          <a:prstGeom prst="ellipse">
            <a:avLst/>
          </a:prstGeom>
          <a:solidFill>
            <a:srgbClr val="FCBC3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 name="Google Shape;12;p1"/>
          <p:cNvSpPr/>
          <p:nvPr/>
        </p:nvSpPr>
        <p:spPr>
          <a:xfrm>
            <a:off x="1030500" y="306175"/>
            <a:ext cx="170100" cy="170100"/>
          </a:xfrm>
          <a:prstGeom prst="ellipse">
            <a:avLst/>
          </a:prstGeom>
          <a:solidFill>
            <a:srgbClr val="1BC5B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 name="Google Shape;13;p1"/>
          <p:cNvSpPr txBox="1"/>
          <p:nvPr>
            <p:ph type="title"/>
          </p:nvPr>
        </p:nvSpPr>
        <p:spPr>
          <a:xfrm>
            <a:off x="311700" y="445025"/>
            <a:ext cx="8520600" cy="572700"/>
          </a:xfrm>
          <a:prstGeom prst="rect">
            <a:avLst/>
          </a:prstGeom>
          <a:noFill/>
          <a:ln>
            <a:noFill/>
          </a:ln>
        </p:spPr>
        <p:txBody>
          <a:bodyPr anchorCtr="0" anchor="ctr" bIns="91425" lIns="0" spcFirstLastPara="1" rIns="0" wrap="square" tIns="91425">
            <a:normAutofit/>
          </a:bodyPr>
          <a:lstStyle>
            <a:lvl1pPr lvl="0">
              <a:spcBef>
                <a:spcPts val="0"/>
              </a:spcBef>
              <a:spcAft>
                <a:spcPts val="0"/>
              </a:spcAft>
              <a:buClr>
                <a:schemeClr val="lt1"/>
              </a:buClr>
              <a:buSzPts val="2800"/>
              <a:buFont typeface="Space Grotesk SemiBold"/>
              <a:buNone/>
              <a:defRPr sz="2800">
                <a:solidFill>
                  <a:schemeClr val="lt1"/>
                </a:solidFill>
                <a:latin typeface="Space Grotesk SemiBold"/>
                <a:ea typeface="Space Grotesk SemiBold"/>
                <a:cs typeface="Space Grotesk SemiBold"/>
                <a:sym typeface="Space Grotesk SemiBold"/>
              </a:defRPr>
            </a:lvl1pPr>
            <a:lvl2pPr lvl="1">
              <a:spcBef>
                <a:spcPts val="0"/>
              </a:spcBef>
              <a:spcAft>
                <a:spcPts val="0"/>
              </a:spcAft>
              <a:buClr>
                <a:schemeClr val="lt1"/>
              </a:buClr>
              <a:buSzPts val="2800"/>
              <a:buFont typeface="Space Grotesk SemiBold"/>
              <a:buNone/>
              <a:defRPr sz="2800">
                <a:solidFill>
                  <a:schemeClr val="lt1"/>
                </a:solidFill>
                <a:latin typeface="Space Grotesk SemiBold"/>
                <a:ea typeface="Space Grotesk SemiBold"/>
                <a:cs typeface="Space Grotesk SemiBold"/>
                <a:sym typeface="Space Grotesk SemiBold"/>
              </a:defRPr>
            </a:lvl2pPr>
            <a:lvl3pPr lvl="2">
              <a:spcBef>
                <a:spcPts val="0"/>
              </a:spcBef>
              <a:spcAft>
                <a:spcPts val="0"/>
              </a:spcAft>
              <a:buClr>
                <a:schemeClr val="lt1"/>
              </a:buClr>
              <a:buSzPts val="2800"/>
              <a:buFont typeface="Space Grotesk SemiBold"/>
              <a:buNone/>
              <a:defRPr sz="2800">
                <a:solidFill>
                  <a:schemeClr val="lt1"/>
                </a:solidFill>
                <a:latin typeface="Space Grotesk SemiBold"/>
                <a:ea typeface="Space Grotesk SemiBold"/>
                <a:cs typeface="Space Grotesk SemiBold"/>
                <a:sym typeface="Space Grotesk SemiBold"/>
              </a:defRPr>
            </a:lvl3pPr>
            <a:lvl4pPr lvl="3">
              <a:spcBef>
                <a:spcPts val="0"/>
              </a:spcBef>
              <a:spcAft>
                <a:spcPts val="0"/>
              </a:spcAft>
              <a:buClr>
                <a:schemeClr val="lt1"/>
              </a:buClr>
              <a:buSzPts val="2800"/>
              <a:buFont typeface="Space Grotesk SemiBold"/>
              <a:buNone/>
              <a:defRPr sz="2800">
                <a:solidFill>
                  <a:schemeClr val="lt1"/>
                </a:solidFill>
                <a:latin typeface="Space Grotesk SemiBold"/>
                <a:ea typeface="Space Grotesk SemiBold"/>
                <a:cs typeface="Space Grotesk SemiBold"/>
                <a:sym typeface="Space Grotesk SemiBold"/>
              </a:defRPr>
            </a:lvl4pPr>
            <a:lvl5pPr lvl="4">
              <a:spcBef>
                <a:spcPts val="0"/>
              </a:spcBef>
              <a:spcAft>
                <a:spcPts val="0"/>
              </a:spcAft>
              <a:buClr>
                <a:schemeClr val="lt1"/>
              </a:buClr>
              <a:buSzPts val="2800"/>
              <a:buFont typeface="Space Grotesk SemiBold"/>
              <a:buNone/>
              <a:defRPr sz="2800">
                <a:solidFill>
                  <a:schemeClr val="lt1"/>
                </a:solidFill>
                <a:latin typeface="Space Grotesk SemiBold"/>
                <a:ea typeface="Space Grotesk SemiBold"/>
                <a:cs typeface="Space Grotesk SemiBold"/>
                <a:sym typeface="Space Grotesk SemiBold"/>
              </a:defRPr>
            </a:lvl5pPr>
            <a:lvl6pPr lvl="5">
              <a:spcBef>
                <a:spcPts val="0"/>
              </a:spcBef>
              <a:spcAft>
                <a:spcPts val="0"/>
              </a:spcAft>
              <a:buClr>
                <a:schemeClr val="lt1"/>
              </a:buClr>
              <a:buSzPts val="2800"/>
              <a:buFont typeface="Space Grotesk SemiBold"/>
              <a:buNone/>
              <a:defRPr sz="2800">
                <a:solidFill>
                  <a:schemeClr val="lt1"/>
                </a:solidFill>
                <a:latin typeface="Space Grotesk SemiBold"/>
                <a:ea typeface="Space Grotesk SemiBold"/>
                <a:cs typeface="Space Grotesk SemiBold"/>
                <a:sym typeface="Space Grotesk SemiBold"/>
              </a:defRPr>
            </a:lvl6pPr>
            <a:lvl7pPr lvl="6">
              <a:spcBef>
                <a:spcPts val="0"/>
              </a:spcBef>
              <a:spcAft>
                <a:spcPts val="0"/>
              </a:spcAft>
              <a:buClr>
                <a:schemeClr val="lt1"/>
              </a:buClr>
              <a:buSzPts val="2800"/>
              <a:buFont typeface="Space Grotesk SemiBold"/>
              <a:buNone/>
              <a:defRPr sz="2800">
                <a:solidFill>
                  <a:schemeClr val="lt1"/>
                </a:solidFill>
                <a:latin typeface="Space Grotesk SemiBold"/>
                <a:ea typeface="Space Grotesk SemiBold"/>
                <a:cs typeface="Space Grotesk SemiBold"/>
                <a:sym typeface="Space Grotesk SemiBold"/>
              </a:defRPr>
            </a:lvl7pPr>
            <a:lvl8pPr lvl="7">
              <a:spcBef>
                <a:spcPts val="0"/>
              </a:spcBef>
              <a:spcAft>
                <a:spcPts val="0"/>
              </a:spcAft>
              <a:buClr>
                <a:schemeClr val="lt1"/>
              </a:buClr>
              <a:buSzPts val="2800"/>
              <a:buFont typeface="Space Grotesk SemiBold"/>
              <a:buNone/>
              <a:defRPr sz="2800">
                <a:solidFill>
                  <a:schemeClr val="lt1"/>
                </a:solidFill>
                <a:latin typeface="Space Grotesk SemiBold"/>
                <a:ea typeface="Space Grotesk SemiBold"/>
                <a:cs typeface="Space Grotesk SemiBold"/>
                <a:sym typeface="Space Grotesk SemiBold"/>
              </a:defRPr>
            </a:lvl8pPr>
            <a:lvl9pPr lvl="8">
              <a:spcBef>
                <a:spcPts val="0"/>
              </a:spcBef>
              <a:spcAft>
                <a:spcPts val="0"/>
              </a:spcAft>
              <a:buClr>
                <a:schemeClr val="lt1"/>
              </a:buClr>
              <a:buSzPts val="2800"/>
              <a:buFont typeface="Space Grotesk SemiBold"/>
              <a:buNone/>
              <a:defRPr sz="2800">
                <a:solidFill>
                  <a:schemeClr val="lt1"/>
                </a:solidFill>
                <a:latin typeface="Space Grotesk SemiBold"/>
                <a:ea typeface="Space Grotesk SemiBold"/>
                <a:cs typeface="Space Grotesk SemiBold"/>
                <a:sym typeface="Space Grotesk SemiBold"/>
              </a:defRPr>
            </a:lvl9pPr>
          </a:lstStyle>
          <a:p/>
        </p:txBody>
      </p:sp>
      <p:sp>
        <p:nvSpPr>
          <p:cNvPr id="14" name="Google Shape;14;p1"/>
          <p:cNvSpPr txBox="1"/>
          <p:nvPr>
            <p:ph idx="1" type="body"/>
          </p:nvPr>
        </p:nvSpPr>
        <p:spPr>
          <a:xfrm>
            <a:off x="311700" y="1152475"/>
            <a:ext cx="8520600" cy="3416400"/>
          </a:xfrm>
          <a:prstGeom prst="rect">
            <a:avLst/>
          </a:prstGeom>
          <a:noFill/>
          <a:ln>
            <a:noFill/>
          </a:ln>
        </p:spPr>
        <p:txBody>
          <a:bodyPr anchorCtr="0" anchor="ctr" bIns="91425" lIns="0" spcFirstLastPara="1" rIns="0" wrap="square" tIns="91425">
            <a:normAutofit/>
          </a:bodyPr>
          <a:lstStyle>
            <a:lvl1pPr indent="-342900" lvl="0" marL="457200">
              <a:lnSpc>
                <a:spcPct val="115000"/>
              </a:lnSpc>
              <a:spcBef>
                <a:spcPts val="0"/>
              </a:spcBef>
              <a:spcAft>
                <a:spcPts val="0"/>
              </a:spcAft>
              <a:buClr>
                <a:schemeClr val="lt1"/>
              </a:buClr>
              <a:buSzPts val="1800"/>
              <a:buFont typeface="Space Mono"/>
              <a:buChar char="●"/>
              <a:defRPr sz="1800">
                <a:solidFill>
                  <a:schemeClr val="lt1"/>
                </a:solidFill>
                <a:latin typeface="Space Mono"/>
                <a:ea typeface="Space Mono"/>
                <a:cs typeface="Space Mono"/>
                <a:sym typeface="Space Mono"/>
              </a:defRPr>
            </a:lvl1pPr>
            <a:lvl2pPr indent="-317500" lvl="1" marL="914400">
              <a:lnSpc>
                <a:spcPct val="115000"/>
              </a:lnSpc>
              <a:spcBef>
                <a:spcPts val="0"/>
              </a:spcBef>
              <a:spcAft>
                <a:spcPts val="0"/>
              </a:spcAft>
              <a:buClr>
                <a:schemeClr val="lt1"/>
              </a:buClr>
              <a:buSzPts val="1400"/>
              <a:buFont typeface="Space Mono"/>
              <a:buChar char="○"/>
              <a:defRPr>
                <a:solidFill>
                  <a:schemeClr val="lt1"/>
                </a:solidFill>
                <a:latin typeface="Space Mono"/>
                <a:ea typeface="Space Mono"/>
                <a:cs typeface="Space Mono"/>
                <a:sym typeface="Space Mono"/>
              </a:defRPr>
            </a:lvl2pPr>
            <a:lvl3pPr indent="-317500" lvl="2" marL="1371600">
              <a:lnSpc>
                <a:spcPct val="115000"/>
              </a:lnSpc>
              <a:spcBef>
                <a:spcPts val="0"/>
              </a:spcBef>
              <a:spcAft>
                <a:spcPts val="0"/>
              </a:spcAft>
              <a:buClr>
                <a:schemeClr val="lt1"/>
              </a:buClr>
              <a:buSzPts val="1400"/>
              <a:buFont typeface="Space Mono"/>
              <a:buChar char="■"/>
              <a:defRPr>
                <a:solidFill>
                  <a:schemeClr val="lt1"/>
                </a:solidFill>
                <a:latin typeface="Space Mono"/>
                <a:ea typeface="Space Mono"/>
                <a:cs typeface="Space Mono"/>
                <a:sym typeface="Space Mono"/>
              </a:defRPr>
            </a:lvl3pPr>
            <a:lvl4pPr indent="-317500" lvl="3" marL="1828800">
              <a:lnSpc>
                <a:spcPct val="115000"/>
              </a:lnSpc>
              <a:spcBef>
                <a:spcPts val="0"/>
              </a:spcBef>
              <a:spcAft>
                <a:spcPts val="0"/>
              </a:spcAft>
              <a:buClr>
                <a:schemeClr val="lt1"/>
              </a:buClr>
              <a:buSzPts val="1400"/>
              <a:buFont typeface="Space Mono"/>
              <a:buChar char="●"/>
              <a:defRPr>
                <a:solidFill>
                  <a:schemeClr val="lt1"/>
                </a:solidFill>
                <a:latin typeface="Space Mono"/>
                <a:ea typeface="Space Mono"/>
                <a:cs typeface="Space Mono"/>
                <a:sym typeface="Space Mono"/>
              </a:defRPr>
            </a:lvl4pPr>
            <a:lvl5pPr indent="-317500" lvl="4" marL="2286000">
              <a:lnSpc>
                <a:spcPct val="115000"/>
              </a:lnSpc>
              <a:spcBef>
                <a:spcPts val="0"/>
              </a:spcBef>
              <a:spcAft>
                <a:spcPts val="0"/>
              </a:spcAft>
              <a:buClr>
                <a:schemeClr val="lt1"/>
              </a:buClr>
              <a:buSzPts val="1400"/>
              <a:buFont typeface="Space Mono"/>
              <a:buChar char="○"/>
              <a:defRPr>
                <a:solidFill>
                  <a:schemeClr val="lt1"/>
                </a:solidFill>
                <a:latin typeface="Space Mono"/>
                <a:ea typeface="Space Mono"/>
                <a:cs typeface="Space Mono"/>
                <a:sym typeface="Space Mono"/>
              </a:defRPr>
            </a:lvl5pPr>
            <a:lvl6pPr indent="-317500" lvl="5" marL="2743200">
              <a:lnSpc>
                <a:spcPct val="115000"/>
              </a:lnSpc>
              <a:spcBef>
                <a:spcPts val="0"/>
              </a:spcBef>
              <a:spcAft>
                <a:spcPts val="0"/>
              </a:spcAft>
              <a:buClr>
                <a:schemeClr val="lt1"/>
              </a:buClr>
              <a:buSzPts val="1400"/>
              <a:buFont typeface="Space Mono"/>
              <a:buChar char="■"/>
              <a:defRPr>
                <a:solidFill>
                  <a:schemeClr val="lt1"/>
                </a:solidFill>
                <a:latin typeface="Space Mono"/>
                <a:ea typeface="Space Mono"/>
                <a:cs typeface="Space Mono"/>
                <a:sym typeface="Space Mono"/>
              </a:defRPr>
            </a:lvl6pPr>
            <a:lvl7pPr indent="-317500" lvl="6" marL="3200400">
              <a:lnSpc>
                <a:spcPct val="115000"/>
              </a:lnSpc>
              <a:spcBef>
                <a:spcPts val="0"/>
              </a:spcBef>
              <a:spcAft>
                <a:spcPts val="0"/>
              </a:spcAft>
              <a:buClr>
                <a:schemeClr val="lt1"/>
              </a:buClr>
              <a:buSzPts val="1400"/>
              <a:buFont typeface="Space Mono"/>
              <a:buChar char="●"/>
              <a:defRPr>
                <a:solidFill>
                  <a:schemeClr val="lt1"/>
                </a:solidFill>
                <a:latin typeface="Space Mono"/>
                <a:ea typeface="Space Mono"/>
                <a:cs typeface="Space Mono"/>
                <a:sym typeface="Space Mono"/>
              </a:defRPr>
            </a:lvl7pPr>
            <a:lvl8pPr indent="-317500" lvl="7" marL="3657600">
              <a:lnSpc>
                <a:spcPct val="115000"/>
              </a:lnSpc>
              <a:spcBef>
                <a:spcPts val="0"/>
              </a:spcBef>
              <a:spcAft>
                <a:spcPts val="0"/>
              </a:spcAft>
              <a:buClr>
                <a:schemeClr val="lt1"/>
              </a:buClr>
              <a:buSzPts val="1400"/>
              <a:buFont typeface="Space Mono"/>
              <a:buChar char="○"/>
              <a:defRPr>
                <a:solidFill>
                  <a:schemeClr val="lt1"/>
                </a:solidFill>
                <a:latin typeface="Space Mono"/>
                <a:ea typeface="Space Mono"/>
                <a:cs typeface="Space Mono"/>
                <a:sym typeface="Space Mono"/>
              </a:defRPr>
            </a:lvl8pPr>
            <a:lvl9pPr indent="-317500" lvl="8" marL="4114800">
              <a:lnSpc>
                <a:spcPct val="115000"/>
              </a:lnSpc>
              <a:spcBef>
                <a:spcPts val="0"/>
              </a:spcBef>
              <a:spcAft>
                <a:spcPts val="0"/>
              </a:spcAft>
              <a:buClr>
                <a:schemeClr val="lt1"/>
              </a:buClr>
              <a:buSzPts val="1400"/>
              <a:buFont typeface="Space Mono"/>
              <a:buChar char="■"/>
              <a:defRPr>
                <a:solidFill>
                  <a:schemeClr val="lt1"/>
                </a:solidFill>
                <a:latin typeface="Space Mono"/>
                <a:ea typeface="Space Mono"/>
                <a:cs typeface="Space Mono"/>
                <a:sym typeface="Space Mono"/>
              </a:defRPr>
            </a:lvl9pPr>
          </a:lstStyle>
          <a:p/>
        </p:txBody>
      </p:sp>
      <p:sp>
        <p:nvSpPr>
          <p:cNvPr id="15" name="Google Shape;15;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comments" Target="../comments/commen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3"/>
          <p:cNvSpPr txBox="1"/>
          <p:nvPr/>
        </p:nvSpPr>
        <p:spPr>
          <a:xfrm>
            <a:off x="251850" y="1677150"/>
            <a:ext cx="8640300" cy="1190400"/>
          </a:xfrm>
          <a:prstGeom prst="rect">
            <a:avLst/>
          </a:prstGeom>
          <a:noFill/>
          <a:ln>
            <a:noFill/>
          </a:ln>
        </p:spPr>
        <p:txBody>
          <a:bodyPr anchorCtr="0" anchor="ctr" bIns="91425" lIns="0" spcFirstLastPara="1" rIns="0" wrap="square" tIns="91425">
            <a:normAutofit/>
          </a:bodyPr>
          <a:lstStyle/>
          <a:p>
            <a:pPr indent="0" lvl="0" marL="0" rtl="0" algn="ctr">
              <a:spcBef>
                <a:spcPts val="0"/>
              </a:spcBef>
              <a:spcAft>
                <a:spcPts val="0"/>
              </a:spcAft>
              <a:buNone/>
            </a:pPr>
            <a:r>
              <a:rPr b="1" lang="en-GB" sz="5200">
                <a:solidFill>
                  <a:srgbClr val="FFFFFF"/>
                </a:solidFill>
                <a:latin typeface="Space Grotesk"/>
                <a:ea typeface="Space Grotesk"/>
                <a:cs typeface="Space Grotesk"/>
                <a:sym typeface="Space Grotesk"/>
              </a:rPr>
              <a:t>The Modern AI Stack</a:t>
            </a:r>
            <a:endParaRPr b="1" sz="5200">
              <a:solidFill>
                <a:srgbClr val="FFFFFF"/>
              </a:solidFill>
              <a:latin typeface="Space Grotesk"/>
              <a:ea typeface="Space Grotesk"/>
              <a:cs typeface="Space Grotesk"/>
              <a:sym typeface="Space Grotesk"/>
            </a:endParaRPr>
          </a:p>
        </p:txBody>
      </p:sp>
      <p:sp>
        <p:nvSpPr>
          <p:cNvPr id="165" name="Google Shape;165;p13"/>
          <p:cNvSpPr/>
          <p:nvPr/>
        </p:nvSpPr>
        <p:spPr>
          <a:xfrm>
            <a:off x="3044850" y="2920950"/>
            <a:ext cx="3054300" cy="875700"/>
          </a:xfrm>
          <a:prstGeom prst="roundRect">
            <a:avLst>
              <a:gd fmla="val 50000" name="adj"/>
            </a:avLst>
          </a:prstGeom>
          <a:gradFill>
            <a:gsLst>
              <a:gs pos="0">
                <a:srgbClr val="FFFFFF">
                  <a:alpha val="7058"/>
                </a:srgbClr>
              </a:gs>
              <a:gs pos="100000">
                <a:srgbClr val="FFFFFF">
                  <a:alpha val="0"/>
                </a:srgbClr>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13"/>
          <p:cNvSpPr txBox="1"/>
          <p:nvPr/>
        </p:nvSpPr>
        <p:spPr>
          <a:xfrm>
            <a:off x="3044850" y="2920950"/>
            <a:ext cx="3054300" cy="875700"/>
          </a:xfrm>
          <a:prstGeom prst="rect">
            <a:avLst/>
          </a:prstGeom>
          <a:noFill/>
          <a:ln>
            <a:noFill/>
          </a:ln>
        </p:spPr>
        <p:txBody>
          <a:bodyPr anchorCtr="0" anchor="ctr" bIns="91425" lIns="0" spcFirstLastPara="1" rIns="0" wrap="square" tIns="91425">
            <a:normAutofit/>
          </a:bodyPr>
          <a:lstStyle/>
          <a:p>
            <a:pPr indent="0" lvl="0" marL="0" rtl="0" algn="ctr">
              <a:lnSpc>
                <a:spcPct val="90000"/>
              </a:lnSpc>
              <a:spcBef>
                <a:spcPts val="0"/>
              </a:spcBef>
              <a:spcAft>
                <a:spcPts val="0"/>
              </a:spcAft>
              <a:buNone/>
            </a:pPr>
            <a:r>
              <a:rPr b="1" lang="en-GB">
                <a:solidFill>
                  <a:srgbClr val="FFFFFF"/>
                </a:solidFill>
                <a:latin typeface="Space Mono"/>
                <a:ea typeface="Space Mono"/>
                <a:cs typeface="Space Mono"/>
                <a:sym typeface="Space Mono"/>
              </a:rPr>
              <a:t>Abhinav Reddy</a:t>
            </a:r>
            <a:endParaRPr b="1">
              <a:solidFill>
                <a:srgbClr val="FFFFFF"/>
              </a:solidFill>
              <a:latin typeface="Space Mono"/>
              <a:ea typeface="Space Mono"/>
              <a:cs typeface="Space Mono"/>
              <a:sym typeface="Space Mono"/>
            </a:endParaRPr>
          </a:p>
          <a:p>
            <a:pPr indent="0" lvl="0" marL="0" rtl="0" algn="ctr">
              <a:lnSpc>
                <a:spcPct val="90000"/>
              </a:lnSpc>
              <a:spcBef>
                <a:spcPts val="0"/>
              </a:spcBef>
              <a:spcAft>
                <a:spcPts val="0"/>
              </a:spcAft>
              <a:buNone/>
            </a:pPr>
            <a:r>
              <a:rPr b="1" lang="en-GB">
                <a:solidFill>
                  <a:srgbClr val="FFFFFF"/>
                </a:solidFill>
                <a:latin typeface="Space Mono"/>
                <a:ea typeface="Space Mono"/>
                <a:cs typeface="Space Mono"/>
                <a:sym typeface="Space Mono"/>
              </a:rPr>
              <a:t>Senior Developer</a:t>
            </a:r>
            <a:endParaRPr b="1">
              <a:solidFill>
                <a:srgbClr val="FFFFFF"/>
              </a:solidFill>
              <a:latin typeface="Space Mono"/>
              <a:ea typeface="Space Mono"/>
              <a:cs typeface="Space Mono"/>
              <a:sym typeface="Space Mono"/>
            </a:endParaRPr>
          </a:p>
          <a:p>
            <a:pPr indent="0" lvl="0" marL="0" rtl="0" algn="ctr">
              <a:lnSpc>
                <a:spcPct val="90000"/>
              </a:lnSpc>
              <a:spcBef>
                <a:spcPts val="0"/>
              </a:spcBef>
              <a:spcAft>
                <a:spcPts val="0"/>
              </a:spcAft>
              <a:buNone/>
            </a:pPr>
            <a:r>
              <a:rPr b="1" lang="en-GB">
                <a:solidFill>
                  <a:srgbClr val="FFFFFF"/>
                </a:solidFill>
                <a:latin typeface="Space Mono"/>
                <a:ea typeface="Space Mono"/>
                <a:cs typeface="Space Mono"/>
                <a:sym typeface="Space Mono"/>
              </a:rPr>
              <a:t>AI/ML Vertical, DevSoc</a:t>
            </a:r>
            <a:endParaRPr b="1">
              <a:solidFill>
                <a:srgbClr val="FFFFFF"/>
              </a:solidFill>
              <a:latin typeface="Space Mono"/>
              <a:ea typeface="Space Mono"/>
              <a:cs typeface="Space Mono"/>
              <a:sym typeface="Space Mono"/>
            </a:endParaRPr>
          </a:p>
        </p:txBody>
      </p:sp>
    </p:spTree>
  </p:cSld>
  <p:clrMapOvr>
    <a:masterClrMapping/>
  </p:clrMapOvr>
  <p:transition spd="med">
    <p:push/>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4"/>
          <p:cNvSpPr txBox="1"/>
          <p:nvPr/>
        </p:nvSpPr>
        <p:spPr>
          <a:xfrm>
            <a:off x="251850" y="1976550"/>
            <a:ext cx="8640300" cy="1190400"/>
          </a:xfrm>
          <a:prstGeom prst="rect">
            <a:avLst/>
          </a:prstGeom>
          <a:noFill/>
          <a:ln>
            <a:noFill/>
          </a:ln>
        </p:spPr>
        <p:txBody>
          <a:bodyPr anchorCtr="0" anchor="ctr" bIns="91425" lIns="0" spcFirstLastPara="1" rIns="0" wrap="square" tIns="91425">
            <a:normAutofit/>
          </a:bodyPr>
          <a:lstStyle/>
          <a:p>
            <a:pPr indent="0" lvl="0" marL="0" rtl="0" algn="ctr">
              <a:spcBef>
                <a:spcPts val="0"/>
              </a:spcBef>
              <a:spcAft>
                <a:spcPts val="0"/>
              </a:spcAft>
              <a:buNone/>
            </a:pPr>
            <a:r>
              <a:rPr b="1" lang="en-GB" sz="5200">
                <a:solidFill>
                  <a:srgbClr val="FFFFFF"/>
                </a:solidFill>
                <a:latin typeface="Space Grotesk"/>
                <a:ea typeface="Space Grotesk"/>
                <a:cs typeface="Space Grotesk"/>
                <a:sym typeface="Space Grotesk"/>
              </a:rPr>
              <a:t>Handout</a:t>
            </a:r>
            <a:endParaRPr b="1" sz="5200">
              <a:solidFill>
                <a:srgbClr val="FFFFFF"/>
              </a:solidFill>
              <a:latin typeface="Space Grotesk"/>
              <a:ea typeface="Space Grotesk"/>
              <a:cs typeface="Space Grotesk"/>
              <a:sym typeface="Space Grotes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5"/>
          <p:cNvSpPr txBox="1"/>
          <p:nvPr/>
        </p:nvSpPr>
        <p:spPr>
          <a:xfrm>
            <a:off x="251850" y="1976550"/>
            <a:ext cx="8640300" cy="1190400"/>
          </a:xfrm>
          <a:prstGeom prst="rect">
            <a:avLst/>
          </a:prstGeom>
          <a:noFill/>
          <a:ln>
            <a:noFill/>
          </a:ln>
        </p:spPr>
        <p:txBody>
          <a:bodyPr anchorCtr="0" anchor="ctr" bIns="91425" lIns="0" spcFirstLastPara="1" rIns="0" wrap="square" tIns="91425">
            <a:normAutofit/>
          </a:bodyPr>
          <a:lstStyle/>
          <a:p>
            <a:pPr indent="0" lvl="0" marL="0" rtl="0" algn="ctr">
              <a:spcBef>
                <a:spcPts val="0"/>
              </a:spcBef>
              <a:spcAft>
                <a:spcPts val="0"/>
              </a:spcAft>
              <a:buNone/>
            </a:pPr>
            <a:r>
              <a:rPr b="1" lang="en-GB" sz="5200">
                <a:solidFill>
                  <a:srgbClr val="FFFFFF"/>
                </a:solidFill>
                <a:latin typeface="Space Grotesk"/>
                <a:ea typeface="Space Grotesk"/>
                <a:cs typeface="Space Grotesk"/>
                <a:sym typeface="Space Grotesk"/>
              </a:rPr>
              <a:t>Communication mode</a:t>
            </a:r>
            <a:endParaRPr b="1" sz="5200">
              <a:solidFill>
                <a:srgbClr val="FFFFFF"/>
              </a:solidFill>
              <a:latin typeface="Space Grotesk"/>
              <a:ea typeface="Space Grotesk"/>
              <a:cs typeface="Space Grotesk"/>
              <a:sym typeface="Space Grotes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6"/>
          <p:cNvSpPr txBox="1"/>
          <p:nvPr/>
        </p:nvSpPr>
        <p:spPr>
          <a:xfrm>
            <a:off x="1461475" y="2442925"/>
            <a:ext cx="3263700" cy="595200"/>
          </a:xfrm>
          <a:prstGeom prst="rect">
            <a:avLst/>
          </a:prstGeom>
          <a:no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GB" sz="4500">
                <a:solidFill>
                  <a:srgbClr val="FFFFFF"/>
                </a:solidFill>
                <a:latin typeface="Space Grotesk"/>
                <a:ea typeface="Space Grotesk"/>
                <a:cs typeface="Space Grotesk"/>
                <a:sym typeface="Space Grotesk"/>
              </a:rPr>
              <a:t>Jargon</a:t>
            </a:r>
            <a:endParaRPr b="1" sz="4500">
              <a:solidFill>
                <a:srgbClr val="FFFFFF"/>
              </a:solidFill>
              <a:latin typeface="Space Grotesk"/>
              <a:ea typeface="Space Grotesk"/>
              <a:cs typeface="Space Grotesk"/>
              <a:sym typeface="Space Grotesk"/>
            </a:endParaRPr>
          </a:p>
        </p:txBody>
      </p:sp>
      <p:sp>
        <p:nvSpPr>
          <p:cNvPr id="182" name="Google Shape;182;p16"/>
          <p:cNvSpPr txBox="1"/>
          <p:nvPr/>
        </p:nvSpPr>
        <p:spPr>
          <a:xfrm>
            <a:off x="5439225" y="1389600"/>
            <a:ext cx="2277000" cy="3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Space Mono"/>
                <a:ea typeface="Space Mono"/>
                <a:cs typeface="Space Mono"/>
                <a:sym typeface="Space Mono"/>
              </a:rPr>
              <a:t>Machine Learning</a:t>
            </a:r>
            <a:endParaRPr>
              <a:solidFill>
                <a:srgbClr val="FFFFFF"/>
              </a:solidFill>
              <a:latin typeface="Space Mono"/>
              <a:ea typeface="Space Mono"/>
              <a:cs typeface="Space Mono"/>
              <a:sym typeface="Space Mono"/>
            </a:endParaRPr>
          </a:p>
        </p:txBody>
      </p:sp>
      <p:sp>
        <p:nvSpPr>
          <p:cNvPr id="183" name="Google Shape;183;p16"/>
          <p:cNvSpPr txBox="1"/>
          <p:nvPr/>
        </p:nvSpPr>
        <p:spPr>
          <a:xfrm>
            <a:off x="5684175" y="2075113"/>
            <a:ext cx="1787100" cy="3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Space Mono"/>
                <a:ea typeface="Space Mono"/>
                <a:cs typeface="Space Mono"/>
                <a:sym typeface="Space Mono"/>
              </a:rPr>
              <a:t>AI</a:t>
            </a:r>
            <a:endParaRPr>
              <a:solidFill>
                <a:srgbClr val="FFFFFF"/>
              </a:solidFill>
              <a:latin typeface="Space Mono"/>
              <a:ea typeface="Space Mono"/>
              <a:cs typeface="Space Mono"/>
              <a:sym typeface="Space Mono"/>
            </a:endParaRPr>
          </a:p>
        </p:txBody>
      </p:sp>
      <p:sp>
        <p:nvSpPr>
          <p:cNvPr id="184" name="Google Shape;184;p16"/>
          <p:cNvSpPr txBox="1"/>
          <p:nvPr/>
        </p:nvSpPr>
        <p:spPr>
          <a:xfrm>
            <a:off x="5684175" y="3083963"/>
            <a:ext cx="1787100" cy="3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Space Mono"/>
                <a:ea typeface="Space Mono"/>
                <a:cs typeface="Space Mono"/>
                <a:sym typeface="Space Mono"/>
              </a:rPr>
              <a:t>Deep Learning</a:t>
            </a:r>
            <a:endParaRPr>
              <a:solidFill>
                <a:srgbClr val="FFFFFF"/>
              </a:solidFill>
              <a:latin typeface="Space Mono"/>
              <a:ea typeface="Space Mono"/>
              <a:cs typeface="Space Mono"/>
              <a:sym typeface="Space Mono"/>
            </a:endParaRPr>
          </a:p>
        </p:txBody>
      </p:sp>
      <p:sp>
        <p:nvSpPr>
          <p:cNvPr id="185" name="Google Shape;185;p16"/>
          <p:cNvSpPr txBox="1"/>
          <p:nvPr/>
        </p:nvSpPr>
        <p:spPr>
          <a:xfrm>
            <a:off x="5684175" y="3765638"/>
            <a:ext cx="1787100" cy="36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Space Mono"/>
                <a:ea typeface="Space Mono"/>
                <a:cs typeface="Space Mono"/>
                <a:sym typeface="Space Mono"/>
              </a:rPr>
              <a:t>Agentic AI</a:t>
            </a:r>
            <a:endParaRPr>
              <a:solidFill>
                <a:srgbClr val="FFFFFF"/>
              </a:solidFill>
              <a:latin typeface="Space Mono"/>
              <a:ea typeface="Space Mono"/>
              <a:cs typeface="Space Mono"/>
              <a:sym typeface="Space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7"/>
          <p:cNvSpPr txBox="1"/>
          <p:nvPr/>
        </p:nvSpPr>
        <p:spPr>
          <a:xfrm>
            <a:off x="251850" y="1976550"/>
            <a:ext cx="8640300" cy="1190400"/>
          </a:xfrm>
          <a:prstGeom prst="rect">
            <a:avLst/>
          </a:prstGeom>
          <a:noFill/>
          <a:ln>
            <a:noFill/>
          </a:ln>
        </p:spPr>
        <p:txBody>
          <a:bodyPr anchorCtr="0" anchor="ctr" bIns="91425" lIns="0" spcFirstLastPara="1" rIns="0" wrap="square" tIns="91425">
            <a:normAutofit/>
          </a:bodyPr>
          <a:lstStyle/>
          <a:p>
            <a:pPr indent="0" lvl="0" marL="0" rtl="0" algn="ctr">
              <a:spcBef>
                <a:spcPts val="0"/>
              </a:spcBef>
              <a:spcAft>
                <a:spcPts val="0"/>
              </a:spcAft>
              <a:buNone/>
            </a:pPr>
            <a:r>
              <a:rPr b="1" lang="en-GB" sz="5200">
                <a:solidFill>
                  <a:srgbClr val="FFFFFF"/>
                </a:solidFill>
                <a:latin typeface="Space Grotesk"/>
                <a:ea typeface="Space Grotesk"/>
                <a:cs typeface="Space Grotesk"/>
                <a:sym typeface="Space Grotesk"/>
              </a:rPr>
              <a:t>Startup Pitch ;)</a:t>
            </a:r>
            <a:endParaRPr b="1" sz="5200">
              <a:solidFill>
                <a:srgbClr val="FFFFFF"/>
              </a:solidFill>
              <a:latin typeface="Space Grotesk"/>
              <a:ea typeface="Space Grotesk"/>
              <a:cs typeface="Space Grotesk"/>
              <a:sym typeface="Space Grotes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8"/>
          <p:cNvSpPr txBox="1"/>
          <p:nvPr/>
        </p:nvSpPr>
        <p:spPr>
          <a:xfrm>
            <a:off x="753375" y="1251125"/>
            <a:ext cx="3151800" cy="1410300"/>
          </a:xfrm>
          <a:prstGeom prst="rect">
            <a:avLst/>
          </a:prstGeom>
          <a:noFill/>
          <a:ln>
            <a:noFill/>
          </a:ln>
        </p:spPr>
        <p:txBody>
          <a:bodyPr anchorCtr="0" anchor="ctr" bIns="91425" lIns="0" spcFirstLastPara="1" rIns="0" wrap="square" tIns="91425">
            <a:normAutofit/>
          </a:bodyPr>
          <a:lstStyle/>
          <a:p>
            <a:pPr indent="0" lvl="0" marL="0" rtl="0" algn="l">
              <a:spcBef>
                <a:spcPts val="0"/>
              </a:spcBef>
              <a:spcAft>
                <a:spcPts val="0"/>
              </a:spcAft>
              <a:buNone/>
            </a:pPr>
            <a:r>
              <a:rPr b="1" lang="en-GB" sz="2911">
                <a:solidFill>
                  <a:srgbClr val="FFFFFF"/>
                </a:solidFill>
                <a:latin typeface="Space Grotesk"/>
                <a:ea typeface="Space Grotesk"/>
                <a:cs typeface="Space Grotesk"/>
                <a:sym typeface="Space Grotesk"/>
              </a:rPr>
              <a:t>Reality of LLM</a:t>
            </a:r>
            <a:endParaRPr b="1" sz="2911">
              <a:solidFill>
                <a:srgbClr val="FFFFFF"/>
              </a:solidFill>
              <a:latin typeface="Space Grotesk"/>
              <a:ea typeface="Space Grotesk"/>
              <a:cs typeface="Space Grotesk"/>
              <a:sym typeface="Space Grotesk"/>
            </a:endParaRPr>
          </a:p>
          <a:p>
            <a:pPr indent="0" lvl="0" marL="0" rtl="0" algn="l">
              <a:spcBef>
                <a:spcPts val="0"/>
              </a:spcBef>
              <a:spcAft>
                <a:spcPts val="0"/>
              </a:spcAft>
              <a:buNone/>
            </a:pPr>
            <a:r>
              <a:rPr b="1" lang="en-GB" sz="2911">
                <a:solidFill>
                  <a:srgbClr val="FFFFFF"/>
                </a:solidFill>
                <a:latin typeface="Space Grotesk"/>
                <a:ea typeface="Space Grotesk"/>
                <a:cs typeface="Space Grotesk"/>
                <a:sym typeface="Space Grotesk"/>
              </a:rPr>
              <a:t>Applications</a:t>
            </a:r>
            <a:endParaRPr b="1" sz="2911">
              <a:solidFill>
                <a:srgbClr val="FFFFFF"/>
              </a:solidFill>
              <a:latin typeface="Space Grotesk"/>
              <a:ea typeface="Space Grotesk"/>
              <a:cs typeface="Space Grotesk"/>
              <a:sym typeface="Space Grotesk"/>
            </a:endParaRPr>
          </a:p>
        </p:txBody>
      </p:sp>
      <p:sp>
        <p:nvSpPr>
          <p:cNvPr id="196" name="Google Shape;196;p18"/>
          <p:cNvSpPr txBox="1"/>
          <p:nvPr/>
        </p:nvSpPr>
        <p:spPr>
          <a:xfrm>
            <a:off x="753375" y="3047225"/>
            <a:ext cx="2698800" cy="11928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None/>
            </a:pPr>
            <a:r>
              <a:rPr lang="en-GB" sz="2000">
                <a:solidFill>
                  <a:srgbClr val="FFFFFF"/>
                </a:solidFill>
                <a:latin typeface="Space Mono"/>
                <a:ea typeface="Space Mono"/>
                <a:cs typeface="Space Mono"/>
                <a:sym typeface="Space Mono"/>
              </a:rPr>
              <a:t>Calling an API ≠ Building an AI product</a:t>
            </a:r>
            <a:endParaRPr sz="2000">
              <a:solidFill>
                <a:srgbClr val="FFFFFF"/>
              </a:solidFill>
              <a:latin typeface="Space Mono"/>
              <a:ea typeface="Space Mono"/>
              <a:cs typeface="Space Mono"/>
              <a:sym typeface="Space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19"/>
          <p:cNvPicPr preferRelativeResize="0"/>
          <p:nvPr>
            <p:ph idx="2" type="pic"/>
          </p:nvPr>
        </p:nvPicPr>
        <p:blipFill rotWithShape="1">
          <a:blip r:embed="rId3">
            <a:alphaModFix/>
          </a:blip>
          <a:srcRect b="23463" l="0" r="0" t="23463"/>
          <a:stretch/>
        </p:blipFill>
        <p:spPr>
          <a:xfrm>
            <a:off x="4428000" y="856800"/>
            <a:ext cx="1836000" cy="730800"/>
          </a:xfrm>
          <a:prstGeom prst="roundRect">
            <a:avLst>
              <a:gd fmla="val 16667" name="adj"/>
            </a:avLst>
          </a:prstGeom>
        </p:spPr>
      </p:pic>
      <p:pic>
        <p:nvPicPr>
          <p:cNvPr id="202" name="Google Shape;202;p19"/>
          <p:cNvPicPr preferRelativeResize="0"/>
          <p:nvPr>
            <p:ph idx="3" type="pic"/>
          </p:nvPr>
        </p:nvPicPr>
        <p:blipFill rotWithShape="1">
          <a:blip r:embed="rId4">
            <a:alphaModFix/>
          </a:blip>
          <a:srcRect b="0" l="16743" r="16736" t="0"/>
          <a:stretch/>
        </p:blipFill>
        <p:spPr>
          <a:xfrm>
            <a:off x="6429600" y="2840400"/>
            <a:ext cx="1836000" cy="1839600"/>
          </a:xfrm>
          <a:prstGeom prst="roundRect">
            <a:avLst>
              <a:gd fmla="val 16667" name="adj"/>
            </a:avLst>
          </a:prstGeom>
        </p:spPr>
      </p:pic>
      <p:sp>
        <p:nvSpPr>
          <p:cNvPr id="203" name="Google Shape;203;p19"/>
          <p:cNvSpPr txBox="1"/>
          <p:nvPr/>
        </p:nvSpPr>
        <p:spPr>
          <a:xfrm>
            <a:off x="374250" y="2274138"/>
            <a:ext cx="3511800" cy="595200"/>
          </a:xfrm>
          <a:prstGeom prst="rect">
            <a:avLst/>
          </a:prstGeom>
          <a:noFill/>
          <a:ln>
            <a:noFill/>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rPr b="1" lang="en-GB" sz="5000">
                <a:solidFill>
                  <a:srgbClr val="FFFFFF"/>
                </a:solidFill>
                <a:latin typeface="Space Grotesk"/>
                <a:ea typeface="Space Grotesk"/>
                <a:cs typeface="Space Grotesk"/>
                <a:sym typeface="Space Grotesk"/>
              </a:rPr>
              <a:t>Tokens</a:t>
            </a:r>
            <a:endParaRPr b="1" sz="5000">
              <a:solidFill>
                <a:srgbClr val="FFFFFF"/>
              </a:solidFill>
              <a:latin typeface="Space Grotesk"/>
              <a:ea typeface="Space Grotesk"/>
              <a:cs typeface="Space Grotesk"/>
              <a:sym typeface="Space Grotesk"/>
            </a:endParaRPr>
          </a:p>
        </p:txBody>
      </p:sp>
      <p:sp>
        <p:nvSpPr>
          <p:cNvPr id="204" name="Google Shape;204;p19"/>
          <p:cNvSpPr txBox="1"/>
          <p:nvPr/>
        </p:nvSpPr>
        <p:spPr>
          <a:xfrm>
            <a:off x="6555300" y="1309407"/>
            <a:ext cx="1584600" cy="1154100"/>
          </a:xfrm>
          <a:prstGeom prst="rect">
            <a:avLst/>
          </a:prstGeom>
          <a:noFill/>
          <a:ln>
            <a:noFill/>
          </a:ln>
        </p:spPr>
        <p:txBody>
          <a:bodyPr anchorCtr="0" anchor="ctr" bIns="91425" lIns="0" spcFirstLastPara="1" rIns="0" wrap="square" tIns="91425">
            <a:noAutofit/>
          </a:bodyPr>
          <a:lstStyle/>
          <a:p>
            <a:pPr indent="0" lvl="0" marL="0" rtl="0" algn="ctr">
              <a:lnSpc>
                <a:spcPct val="115000"/>
              </a:lnSpc>
              <a:spcBef>
                <a:spcPts val="1200"/>
              </a:spcBef>
              <a:spcAft>
                <a:spcPts val="1200"/>
              </a:spcAft>
              <a:buNone/>
            </a:pPr>
            <a:r>
              <a:rPr b="1" lang="en-GB" sz="1500">
                <a:solidFill>
                  <a:srgbClr val="FFFFFF"/>
                </a:solidFill>
                <a:latin typeface="Space Mono"/>
                <a:ea typeface="Space Mono"/>
                <a:cs typeface="Space Mono"/>
                <a:sym typeface="Space Mono"/>
              </a:rPr>
              <a:t>Latency grows with context size</a:t>
            </a:r>
            <a:endParaRPr sz="1000">
              <a:solidFill>
                <a:srgbClr val="FFFFFF"/>
              </a:solidFill>
              <a:latin typeface="Space Mono"/>
              <a:ea typeface="Space Mono"/>
              <a:cs typeface="Space Mono"/>
              <a:sym typeface="Space Mono"/>
            </a:endParaRPr>
          </a:p>
        </p:txBody>
      </p:sp>
      <p:sp>
        <p:nvSpPr>
          <p:cNvPr id="205" name="Google Shape;205;p19"/>
          <p:cNvSpPr txBox="1"/>
          <p:nvPr/>
        </p:nvSpPr>
        <p:spPr>
          <a:xfrm>
            <a:off x="4555500" y="2236844"/>
            <a:ext cx="1584600" cy="1746900"/>
          </a:xfrm>
          <a:prstGeom prst="rect">
            <a:avLst/>
          </a:prstGeom>
          <a:noFill/>
          <a:ln>
            <a:noFill/>
          </a:ln>
        </p:spPr>
        <p:txBody>
          <a:bodyPr anchorCtr="0" anchor="ctr" bIns="91425" lIns="0" spcFirstLastPara="1" rIns="0" wrap="square" tIns="91425">
            <a:noAutofit/>
          </a:bodyPr>
          <a:lstStyle/>
          <a:p>
            <a:pPr indent="0" lvl="0" marL="0" rtl="0" algn="ctr">
              <a:lnSpc>
                <a:spcPct val="115000"/>
              </a:lnSpc>
              <a:spcBef>
                <a:spcPts val="1200"/>
              </a:spcBef>
              <a:spcAft>
                <a:spcPts val="0"/>
              </a:spcAft>
              <a:buNone/>
            </a:pPr>
            <a:r>
              <a:rPr b="1" lang="en-GB" sz="1500">
                <a:solidFill>
                  <a:srgbClr val="FFFFFF"/>
                </a:solidFill>
                <a:latin typeface="Space Mono"/>
                <a:ea typeface="Space Mono"/>
                <a:cs typeface="Space Mono"/>
                <a:sym typeface="Space Mono"/>
              </a:rPr>
              <a:t>Cost </a:t>
            </a:r>
            <a:endParaRPr b="1" sz="1500">
              <a:solidFill>
                <a:srgbClr val="FFFFFF"/>
              </a:solidFill>
              <a:latin typeface="Space Mono"/>
              <a:ea typeface="Space Mono"/>
              <a:cs typeface="Space Mono"/>
              <a:sym typeface="Space Mono"/>
            </a:endParaRPr>
          </a:p>
          <a:p>
            <a:pPr indent="0" lvl="0" marL="0" rtl="0" algn="ctr">
              <a:lnSpc>
                <a:spcPct val="115000"/>
              </a:lnSpc>
              <a:spcBef>
                <a:spcPts val="1200"/>
              </a:spcBef>
              <a:spcAft>
                <a:spcPts val="0"/>
              </a:spcAft>
              <a:buNone/>
            </a:pPr>
            <a:r>
              <a:rPr b="1" lang="en-GB" sz="1500">
                <a:solidFill>
                  <a:srgbClr val="FFFFFF"/>
                </a:solidFill>
                <a:latin typeface="Space Mono"/>
                <a:ea typeface="Space Mono"/>
                <a:cs typeface="Space Mono"/>
                <a:sym typeface="Space Mono"/>
              </a:rPr>
              <a:t>=</a:t>
            </a:r>
            <a:endParaRPr b="1" sz="1500">
              <a:solidFill>
                <a:srgbClr val="FFFFFF"/>
              </a:solidFill>
              <a:latin typeface="Space Mono"/>
              <a:ea typeface="Space Mono"/>
              <a:cs typeface="Space Mono"/>
              <a:sym typeface="Space Mono"/>
            </a:endParaRPr>
          </a:p>
          <a:p>
            <a:pPr indent="0" lvl="0" marL="0" rtl="0" algn="ctr">
              <a:lnSpc>
                <a:spcPct val="115000"/>
              </a:lnSpc>
              <a:spcBef>
                <a:spcPts val="1200"/>
              </a:spcBef>
              <a:spcAft>
                <a:spcPts val="0"/>
              </a:spcAft>
              <a:buNone/>
            </a:pPr>
            <a:r>
              <a:rPr b="1" lang="en-GB" sz="1500">
                <a:solidFill>
                  <a:srgbClr val="FFFFFF"/>
                </a:solidFill>
                <a:latin typeface="Space Mono"/>
                <a:ea typeface="Space Mono"/>
                <a:cs typeface="Space Mono"/>
                <a:sym typeface="Space Mono"/>
              </a:rPr>
              <a:t>input tokens + </a:t>
            </a:r>
            <a:endParaRPr b="1" sz="1500">
              <a:solidFill>
                <a:srgbClr val="FFFFFF"/>
              </a:solidFill>
              <a:latin typeface="Space Mono"/>
              <a:ea typeface="Space Mono"/>
              <a:cs typeface="Space Mono"/>
              <a:sym typeface="Space Mono"/>
            </a:endParaRPr>
          </a:p>
          <a:p>
            <a:pPr indent="0" lvl="0" marL="0" rtl="0" algn="ctr">
              <a:lnSpc>
                <a:spcPct val="115000"/>
              </a:lnSpc>
              <a:spcBef>
                <a:spcPts val="1200"/>
              </a:spcBef>
              <a:spcAft>
                <a:spcPts val="1200"/>
              </a:spcAft>
              <a:buNone/>
            </a:pPr>
            <a:r>
              <a:rPr b="1" lang="en-GB" sz="1500">
                <a:solidFill>
                  <a:srgbClr val="FFFFFF"/>
                </a:solidFill>
                <a:latin typeface="Space Mono"/>
                <a:ea typeface="Space Mono"/>
                <a:cs typeface="Space Mono"/>
                <a:sym typeface="Space Mono"/>
              </a:rPr>
              <a:t>output tokens</a:t>
            </a:r>
            <a:endParaRPr b="1" sz="1500">
              <a:solidFill>
                <a:srgbClr val="FFFFFF"/>
              </a:solidFill>
              <a:latin typeface="Space Mono"/>
              <a:ea typeface="Space Mono"/>
              <a:cs typeface="Space Mono"/>
              <a:sym typeface="Space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20"/>
          <p:cNvPicPr preferRelativeResize="0"/>
          <p:nvPr>
            <p:ph idx="2" type="pic"/>
          </p:nvPr>
        </p:nvPicPr>
        <p:blipFill rotWithShape="1">
          <a:blip r:embed="rId3">
            <a:alphaModFix/>
          </a:blip>
          <a:srcRect b="0" l="16464" r="16471" t="0"/>
          <a:stretch/>
        </p:blipFill>
        <p:spPr>
          <a:xfrm>
            <a:off x="4575600" y="2534400"/>
            <a:ext cx="1746000" cy="1735200"/>
          </a:xfrm>
          <a:prstGeom prst="roundRect">
            <a:avLst>
              <a:gd fmla="val 16667" name="adj"/>
            </a:avLst>
          </a:prstGeom>
        </p:spPr>
      </p:pic>
      <p:pic>
        <p:nvPicPr>
          <p:cNvPr id="211" name="Google Shape;211;p20"/>
          <p:cNvPicPr preferRelativeResize="0"/>
          <p:nvPr>
            <p:ph idx="3" type="pic"/>
          </p:nvPr>
        </p:nvPicPr>
        <p:blipFill rotWithShape="1">
          <a:blip r:embed="rId4">
            <a:alphaModFix/>
          </a:blip>
          <a:srcRect b="0" l="16464" r="16471" t="0"/>
          <a:stretch/>
        </p:blipFill>
        <p:spPr>
          <a:xfrm>
            <a:off x="6663600" y="2534400"/>
            <a:ext cx="1746000" cy="1735200"/>
          </a:xfrm>
          <a:prstGeom prst="roundRect">
            <a:avLst>
              <a:gd fmla="val 16667" name="adj"/>
            </a:avLst>
          </a:prstGeom>
        </p:spPr>
      </p:pic>
      <p:sp>
        <p:nvSpPr>
          <p:cNvPr id="212" name="Google Shape;212;p20"/>
          <p:cNvSpPr txBox="1"/>
          <p:nvPr/>
        </p:nvSpPr>
        <p:spPr>
          <a:xfrm>
            <a:off x="818350" y="2775800"/>
            <a:ext cx="3497400" cy="1390800"/>
          </a:xfrm>
          <a:prstGeom prst="rect">
            <a:avLst/>
          </a:prstGeom>
          <a:noFill/>
          <a:ln>
            <a:noFill/>
          </a:ln>
        </p:spPr>
        <p:txBody>
          <a:bodyPr anchorCtr="0" anchor="t" bIns="91425" lIns="0" spcFirstLastPara="1" rIns="0" wrap="square" tIns="91425">
            <a:noAutofit/>
          </a:bodyPr>
          <a:lstStyle/>
          <a:p>
            <a:pPr indent="0" lvl="0" marL="0" rtl="0" algn="ctr">
              <a:lnSpc>
                <a:spcPct val="115000"/>
              </a:lnSpc>
              <a:spcBef>
                <a:spcPts val="1200"/>
              </a:spcBef>
              <a:spcAft>
                <a:spcPts val="0"/>
              </a:spcAft>
              <a:buNone/>
            </a:pPr>
            <a:r>
              <a:rPr b="1" lang="en-GB" sz="1100">
                <a:solidFill>
                  <a:schemeClr val="lt1"/>
                </a:solidFill>
                <a:latin typeface="Space Grotesk"/>
                <a:ea typeface="Space Grotesk"/>
                <a:cs typeface="Space Grotesk"/>
                <a:sym typeface="Space Grotesk"/>
              </a:rPr>
              <a:t>AI Engineer = Systems Engineer + LLMs</a:t>
            </a:r>
            <a:endParaRPr b="1" sz="1100">
              <a:solidFill>
                <a:schemeClr val="lt1"/>
              </a:solidFill>
              <a:latin typeface="Space Grotesk"/>
              <a:ea typeface="Space Grotesk"/>
              <a:cs typeface="Space Grotesk"/>
              <a:sym typeface="Space Grotesk"/>
            </a:endParaRPr>
          </a:p>
          <a:p>
            <a:pPr indent="-298450" lvl="0" marL="457200" rtl="0" algn="ctr">
              <a:lnSpc>
                <a:spcPct val="115000"/>
              </a:lnSpc>
              <a:spcBef>
                <a:spcPts val="1200"/>
              </a:spcBef>
              <a:spcAft>
                <a:spcPts val="0"/>
              </a:spcAft>
              <a:buClr>
                <a:schemeClr val="lt1"/>
              </a:buClr>
              <a:buSzPts val="1100"/>
              <a:buFont typeface="Space Grotesk"/>
              <a:buChar char="●"/>
            </a:pPr>
            <a:r>
              <a:rPr lang="en-GB" sz="1100">
                <a:solidFill>
                  <a:schemeClr val="lt1"/>
                </a:solidFill>
                <a:latin typeface="Space Grotesk"/>
                <a:ea typeface="Space Grotesk"/>
                <a:cs typeface="Space Grotesk"/>
                <a:sym typeface="Space Grotesk"/>
              </a:rPr>
              <a:t>Model selection</a:t>
            </a:r>
            <a:br>
              <a:rPr lang="en-GB" sz="1100">
                <a:solidFill>
                  <a:schemeClr val="lt1"/>
                </a:solidFill>
                <a:latin typeface="Space Grotesk"/>
                <a:ea typeface="Space Grotesk"/>
                <a:cs typeface="Space Grotesk"/>
                <a:sym typeface="Space Grotesk"/>
              </a:rPr>
            </a:br>
            <a:endParaRPr sz="1100">
              <a:solidFill>
                <a:schemeClr val="lt1"/>
              </a:solidFill>
              <a:latin typeface="Space Grotesk"/>
              <a:ea typeface="Space Grotesk"/>
              <a:cs typeface="Space Grotesk"/>
              <a:sym typeface="Space Grotesk"/>
            </a:endParaRPr>
          </a:p>
          <a:p>
            <a:pPr indent="-298450" lvl="0" marL="457200" rtl="0" algn="ctr">
              <a:lnSpc>
                <a:spcPct val="115000"/>
              </a:lnSpc>
              <a:spcBef>
                <a:spcPts val="0"/>
              </a:spcBef>
              <a:spcAft>
                <a:spcPts val="0"/>
              </a:spcAft>
              <a:buClr>
                <a:schemeClr val="lt1"/>
              </a:buClr>
              <a:buSzPts val="1100"/>
              <a:buFont typeface="Space Grotesk"/>
              <a:buChar char="●"/>
            </a:pPr>
            <a:r>
              <a:rPr lang="en-GB" sz="1100">
                <a:solidFill>
                  <a:schemeClr val="lt1"/>
                </a:solidFill>
                <a:latin typeface="Space Grotesk"/>
                <a:ea typeface="Space Grotesk"/>
                <a:cs typeface="Space Grotesk"/>
                <a:sym typeface="Space Grotesk"/>
              </a:rPr>
              <a:t>Prompt design</a:t>
            </a:r>
            <a:br>
              <a:rPr lang="en-GB" sz="1100">
                <a:solidFill>
                  <a:schemeClr val="lt1"/>
                </a:solidFill>
                <a:latin typeface="Space Grotesk"/>
                <a:ea typeface="Space Grotesk"/>
                <a:cs typeface="Space Grotesk"/>
                <a:sym typeface="Space Grotesk"/>
              </a:rPr>
            </a:br>
            <a:endParaRPr sz="1100">
              <a:solidFill>
                <a:schemeClr val="lt1"/>
              </a:solidFill>
              <a:latin typeface="Space Grotesk"/>
              <a:ea typeface="Space Grotesk"/>
              <a:cs typeface="Space Grotesk"/>
              <a:sym typeface="Space Grotesk"/>
            </a:endParaRPr>
          </a:p>
          <a:p>
            <a:pPr indent="-298450" lvl="0" marL="457200" rtl="0" algn="ctr">
              <a:lnSpc>
                <a:spcPct val="115000"/>
              </a:lnSpc>
              <a:spcBef>
                <a:spcPts val="0"/>
              </a:spcBef>
              <a:spcAft>
                <a:spcPts val="0"/>
              </a:spcAft>
              <a:buClr>
                <a:schemeClr val="lt1"/>
              </a:buClr>
              <a:buSzPts val="1100"/>
              <a:buFont typeface="Space Grotesk"/>
              <a:buChar char="●"/>
            </a:pPr>
            <a:r>
              <a:rPr lang="en-GB" sz="1100">
                <a:solidFill>
                  <a:schemeClr val="lt1"/>
                </a:solidFill>
                <a:latin typeface="Space Grotesk"/>
                <a:ea typeface="Space Grotesk"/>
                <a:cs typeface="Space Grotesk"/>
                <a:sym typeface="Space Grotesk"/>
              </a:rPr>
              <a:t>Tool orchestration</a:t>
            </a:r>
            <a:endParaRPr b="1" sz="1100">
              <a:solidFill>
                <a:schemeClr val="lt1"/>
              </a:solidFill>
              <a:latin typeface="Space Grotesk"/>
              <a:ea typeface="Space Grotesk"/>
              <a:cs typeface="Space Grotesk"/>
              <a:sym typeface="Space Grotesk"/>
            </a:endParaRPr>
          </a:p>
        </p:txBody>
      </p:sp>
      <p:sp>
        <p:nvSpPr>
          <p:cNvPr id="213" name="Google Shape;213;p20"/>
          <p:cNvSpPr txBox="1"/>
          <p:nvPr/>
        </p:nvSpPr>
        <p:spPr>
          <a:xfrm>
            <a:off x="687900" y="1180400"/>
            <a:ext cx="3884100" cy="1074300"/>
          </a:xfrm>
          <a:prstGeom prst="rect">
            <a:avLst/>
          </a:prstGeom>
          <a:noFill/>
          <a:ln>
            <a:noFill/>
          </a:ln>
        </p:spPr>
        <p:txBody>
          <a:bodyPr anchorCtr="0" anchor="ctr" bIns="91425" lIns="0" spcFirstLastPara="1" rIns="0" wrap="square" tIns="91425">
            <a:noAutofit/>
          </a:bodyPr>
          <a:lstStyle/>
          <a:p>
            <a:pPr indent="0" lvl="0" marL="0" rtl="0" algn="l">
              <a:lnSpc>
                <a:spcPct val="115000"/>
              </a:lnSpc>
              <a:spcBef>
                <a:spcPts val="1800"/>
              </a:spcBef>
              <a:spcAft>
                <a:spcPts val="400"/>
              </a:spcAft>
              <a:buClr>
                <a:schemeClr val="dk1"/>
              </a:buClr>
              <a:buSzPts val="1100"/>
              <a:buFont typeface="Arial"/>
              <a:buNone/>
            </a:pPr>
            <a:r>
              <a:rPr b="1" lang="en-GB" sz="3000">
                <a:solidFill>
                  <a:schemeClr val="lt1"/>
                </a:solidFill>
                <a:latin typeface="Space Grotesk"/>
                <a:ea typeface="Space Grotesk"/>
                <a:cs typeface="Space Grotesk"/>
                <a:sym typeface="Space Grotesk"/>
              </a:rPr>
              <a:t>Who is an AI Engineer?</a:t>
            </a:r>
            <a:endParaRPr b="1" sz="3000">
              <a:solidFill>
                <a:schemeClr val="lt1"/>
              </a:solidFill>
              <a:latin typeface="Space Grotesk"/>
              <a:ea typeface="Space Grotesk"/>
              <a:cs typeface="Space Grotesk"/>
              <a:sym typeface="Space Grotes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txBox="1"/>
          <p:nvPr/>
        </p:nvSpPr>
        <p:spPr>
          <a:xfrm>
            <a:off x="4237038" y="1087516"/>
            <a:ext cx="1965300" cy="595200"/>
          </a:xfrm>
          <a:prstGeom prst="rect">
            <a:avLst/>
          </a:prstGeom>
          <a:noFill/>
          <a:ln>
            <a:noFill/>
          </a:ln>
        </p:spPr>
        <p:txBody>
          <a:bodyPr anchorCtr="0" anchor="ctr" bIns="91425" lIns="0" spcFirstLastPara="1" rIns="0" wrap="square" tIns="91425">
            <a:normAutofit fontScale="62500"/>
          </a:bodyPr>
          <a:lstStyle/>
          <a:p>
            <a:pPr indent="0" lvl="0" marL="0" rtl="0" algn="l">
              <a:spcBef>
                <a:spcPts val="0"/>
              </a:spcBef>
              <a:spcAft>
                <a:spcPts val="0"/>
              </a:spcAft>
              <a:buNone/>
            </a:pPr>
            <a:r>
              <a:rPr b="1" lang="en-GB" sz="2911">
                <a:solidFill>
                  <a:schemeClr val="lt1"/>
                </a:solidFill>
                <a:latin typeface="Space Grotesk"/>
                <a:ea typeface="Space Grotesk"/>
                <a:cs typeface="Space Grotesk"/>
                <a:sym typeface="Space Grotesk"/>
              </a:rPr>
              <a:t>Application Layer</a:t>
            </a:r>
            <a:endParaRPr b="1">
              <a:solidFill>
                <a:srgbClr val="FFFFFF"/>
              </a:solidFill>
              <a:latin typeface="Space Grotesk"/>
              <a:ea typeface="Space Grotesk"/>
              <a:cs typeface="Space Grotesk"/>
              <a:sym typeface="Space Grotesk"/>
            </a:endParaRPr>
          </a:p>
        </p:txBody>
      </p:sp>
      <p:cxnSp>
        <p:nvCxnSpPr>
          <p:cNvPr id="219" name="Google Shape;219;p21"/>
          <p:cNvCxnSpPr/>
          <p:nvPr/>
        </p:nvCxnSpPr>
        <p:spPr>
          <a:xfrm>
            <a:off x="6329900" y="1440016"/>
            <a:ext cx="1479300" cy="0"/>
          </a:xfrm>
          <a:prstGeom prst="straightConnector1">
            <a:avLst/>
          </a:prstGeom>
          <a:noFill/>
          <a:ln cap="flat" cmpd="sng" w="19050">
            <a:solidFill>
              <a:srgbClr val="FFFFFF"/>
            </a:solidFill>
            <a:prstDash val="solid"/>
            <a:round/>
            <a:headEnd len="med" w="med" type="none"/>
            <a:tailEnd len="med" w="med" type="none"/>
          </a:ln>
        </p:spPr>
      </p:cxnSp>
      <p:sp>
        <p:nvSpPr>
          <p:cNvPr id="220" name="Google Shape;220;p21"/>
          <p:cNvSpPr txBox="1"/>
          <p:nvPr/>
        </p:nvSpPr>
        <p:spPr>
          <a:xfrm>
            <a:off x="7916625" y="1197316"/>
            <a:ext cx="372900" cy="485400"/>
          </a:xfrm>
          <a:prstGeom prst="rect">
            <a:avLst/>
          </a:prstGeom>
          <a:noFill/>
          <a:ln>
            <a:noFill/>
          </a:ln>
        </p:spPr>
        <p:txBody>
          <a:bodyPr anchorCtr="0" anchor="ctr" bIns="91425" lIns="0" spcFirstLastPara="1" rIns="0" wrap="square" tIns="91425">
            <a:normAutofit/>
          </a:bodyPr>
          <a:lstStyle/>
          <a:p>
            <a:pPr indent="0" lvl="0" marL="0" rtl="0" algn="l">
              <a:spcBef>
                <a:spcPts val="0"/>
              </a:spcBef>
              <a:spcAft>
                <a:spcPts val="0"/>
              </a:spcAft>
              <a:buNone/>
            </a:pPr>
            <a:r>
              <a:rPr b="1" lang="en-GB" sz="1800">
                <a:solidFill>
                  <a:srgbClr val="FFFFFF"/>
                </a:solidFill>
                <a:latin typeface="Space Grotesk"/>
                <a:ea typeface="Space Grotesk"/>
                <a:cs typeface="Space Grotesk"/>
                <a:sym typeface="Space Grotesk"/>
              </a:rPr>
              <a:t>01</a:t>
            </a:r>
            <a:endParaRPr b="1" sz="1800">
              <a:solidFill>
                <a:srgbClr val="FFFFFF"/>
              </a:solidFill>
              <a:latin typeface="Space Grotesk"/>
              <a:ea typeface="Space Grotesk"/>
              <a:cs typeface="Space Grotesk"/>
              <a:sym typeface="Space Grotesk"/>
            </a:endParaRPr>
          </a:p>
        </p:txBody>
      </p:sp>
      <p:sp>
        <p:nvSpPr>
          <p:cNvPr id="221" name="Google Shape;221;p21"/>
          <p:cNvSpPr txBox="1"/>
          <p:nvPr/>
        </p:nvSpPr>
        <p:spPr>
          <a:xfrm>
            <a:off x="4237050" y="1814691"/>
            <a:ext cx="2092800" cy="595200"/>
          </a:xfrm>
          <a:prstGeom prst="rect">
            <a:avLst/>
          </a:prstGeom>
          <a:noFill/>
          <a:ln>
            <a:noFill/>
          </a:ln>
        </p:spPr>
        <p:txBody>
          <a:bodyPr anchorCtr="0" anchor="ctr" bIns="91425" lIns="0" spcFirstLastPara="1" rIns="0" wrap="square" tIns="91425">
            <a:normAutofit fontScale="55000"/>
          </a:bodyPr>
          <a:lstStyle/>
          <a:p>
            <a:pPr indent="0" lvl="0" marL="0" rtl="0" algn="l">
              <a:spcBef>
                <a:spcPts val="0"/>
              </a:spcBef>
              <a:spcAft>
                <a:spcPts val="0"/>
              </a:spcAft>
              <a:buNone/>
            </a:pPr>
            <a:r>
              <a:rPr b="1" lang="en-GB" sz="2911">
                <a:solidFill>
                  <a:schemeClr val="lt1"/>
                </a:solidFill>
                <a:latin typeface="Space Grotesk"/>
                <a:ea typeface="Space Grotesk"/>
                <a:cs typeface="Space Grotesk"/>
                <a:sym typeface="Space Grotesk"/>
              </a:rPr>
              <a:t>Orchestration Layer</a:t>
            </a:r>
            <a:endParaRPr b="1">
              <a:solidFill>
                <a:srgbClr val="FFFFFF"/>
              </a:solidFill>
              <a:latin typeface="Space Grotesk"/>
              <a:ea typeface="Space Grotesk"/>
              <a:cs typeface="Space Grotesk"/>
              <a:sym typeface="Space Grotesk"/>
            </a:endParaRPr>
          </a:p>
        </p:txBody>
      </p:sp>
      <p:cxnSp>
        <p:nvCxnSpPr>
          <p:cNvPr id="222" name="Google Shape;222;p21"/>
          <p:cNvCxnSpPr/>
          <p:nvPr/>
        </p:nvCxnSpPr>
        <p:spPr>
          <a:xfrm>
            <a:off x="6329900" y="2112291"/>
            <a:ext cx="1479300" cy="0"/>
          </a:xfrm>
          <a:prstGeom prst="straightConnector1">
            <a:avLst/>
          </a:prstGeom>
          <a:noFill/>
          <a:ln cap="flat" cmpd="sng" w="19050">
            <a:solidFill>
              <a:srgbClr val="FFFFFF"/>
            </a:solidFill>
            <a:prstDash val="solid"/>
            <a:round/>
            <a:headEnd len="med" w="med" type="none"/>
            <a:tailEnd len="med" w="med" type="none"/>
          </a:ln>
        </p:spPr>
      </p:cxnSp>
      <p:sp>
        <p:nvSpPr>
          <p:cNvPr id="223" name="Google Shape;223;p21"/>
          <p:cNvSpPr txBox="1"/>
          <p:nvPr/>
        </p:nvSpPr>
        <p:spPr>
          <a:xfrm>
            <a:off x="7916625" y="1869591"/>
            <a:ext cx="372900" cy="485400"/>
          </a:xfrm>
          <a:prstGeom prst="rect">
            <a:avLst/>
          </a:prstGeom>
          <a:noFill/>
          <a:ln>
            <a:noFill/>
          </a:ln>
        </p:spPr>
        <p:txBody>
          <a:bodyPr anchorCtr="0" anchor="ctr" bIns="91425" lIns="0" spcFirstLastPara="1" rIns="0" wrap="square" tIns="91425">
            <a:normAutofit/>
          </a:bodyPr>
          <a:lstStyle/>
          <a:p>
            <a:pPr indent="0" lvl="0" marL="0" rtl="0" algn="l">
              <a:spcBef>
                <a:spcPts val="0"/>
              </a:spcBef>
              <a:spcAft>
                <a:spcPts val="0"/>
              </a:spcAft>
              <a:buNone/>
            </a:pPr>
            <a:r>
              <a:rPr b="1" lang="en-GB" sz="1800">
                <a:solidFill>
                  <a:srgbClr val="FFFFFF"/>
                </a:solidFill>
                <a:latin typeface="Space Grotesk"/>
                <a:ea typeface="Space Grotesk"/>
                <a:cs typeface="Space Grotesk"/>
                <a:sym typeface="Space Grotesk"/>
              </a:rPr>
              <a:t>02</a:t>
            </a:r>
            <a:endParaRPr b="1" sz="1800">
              <a:solidFill>
                <a:srgbClr val="FFFFFF"/>
              </a:solidFill>
              <a:latin typeface="Space Grotesk"/>
              <a:ea typeface="Space Grotesk"/>
              <a:cs typeface="Space Grotesk"/>
              <a:sym typeface="Space Grotesk"/>
            </a:endParaRPr>
          </a:p>
        </p:txBody>
      </p:sp>
      <p:sp>
        <p:nvSpPr>
          <p:cNvPr id="224" name="Google Shape;224;p21"/>
          <p:cNvSpPr txBox="1"/>
          <p:nvPr/>
        </p:nvSpPr>
        <p:spPr>
          <a:xfrm>
            <a:off x="4173288" y="2399866"/>
            <a:ext cx="2092800" cy="595200"/>
          </a:xfrm>
          <a:prstGeom prst="rect">
            <a:avLst/>
          </a:prstGeom>
          <a:noFill/>
          <a:ln>
            <a:noFill/>
          </a:ln>
        </p:spPr>
        <p:txBody>
          <a:bodyPr anchorCtr="0" anchor="ctr" bIns="91425" lIns="0" spcFirstLastPara="1" rIns="0" wrap="square" tIns="91425">
            <a:normAutofit fontScale="62500"/>
          </a:bodyPr>
          <a:lstStyle/>
          <a:p>
            <a:pPr indent="0" lvl="0" marL="0" rtl="0" algn="l">
              <a:spcBef>
                <a:spcPts val="0"/>
              </a:spcBef>
              <a:spcAft>
                <a:spcPts val="0"/>
              </a:spcAft>
              <a:buNone/>
            </a:pPr>
            <a:r>
              <a:rPr b="1" lang="en-GB" sz="2911">
                <a:solidFill>
                  <a:schemeClr val="lt1"/>
                </a:solidFill>
                <a:latin typeface="Space Grotesk"/>
                <a:ea typeface="Space Grotesk"/>
                <a:cs typeface="Space Grotesk"/>
                <a:sym typeface="Space Grotesk"/>
              </a:rPr>
              <a:t>Knowledge Layer</a:t>
            </a:r>
            <a:endParaRPr b="1">
              <a:solidFill>
                <a:srgbClr val="FFFFFF"/>
              </a:solidFill>
              <a:latin typeface="Space Grotesk"/>
              <a:ea typeface="Space Grotesk"/>
              <a:cs typeface="Space Grotesk"/>
              <a:sym typeface="Space Grotesk"/>
            </a:endParaRPr>
          </a:p>
        </p:txBody>
      </p:sp>
      <p:cxnSp>
        <p:nvCxnSpPr>
          <p:cNvPr id="225" name="Google Shape;225;p21"/>
          <p:cNvCxnSpPr/>
          <p:nvPr/>
        </p:nvCxnSpPr>
        <p:spPr>
          <a:xfrm>
            <a:off x="6329900" y="2696441"/>
            <a:ext cx="1479300" cy="0"/>
          </a:xfrm>
          <a:prstGeom prst="straightConnector1">
            <a:avLst/>
          </a:prstGeom>
          <a:noFill/>
          <a:ln cap="flat" cmpd="sng" w="19050">
            <a:solidFill>
              <a:srgbClr val="FFFFFF"/>
            </a:solidFill>
            <a:prstDash val="solid"/>
            <a:round/>
            <a:headEnd len="med" w="med" type="none"/>
            <a:tailEnd len="med" w="med" type="none"/>
          </a:ln>
        </p:spPr>
      </p:cxnSp>
      <p:sp>
        <p:nvSpPr>
          <p:cNvPr id="226" name="Google Shape;226;p21"/>
          <p:cNvSpPr txBox="1"/>
          <p:nvPr/>
        </p:nvSpPr>
        <p:spPr>
          <a:xfrm>
            <a:off x="7913289" y="2453741"/>
            <a:ext cx="372900" cy="485400"/>
          </a:xfrm>
          <a:prstGeom prst="rect">
            <a:avLst/>
          </a:prstGeom>
          <a:noFill/>
          <a:ln>
            <a:noFill/>
          </a:ln>
        </p:spPr>
        <p:txBody>
          <a:bodyPr anchorCtr="0" anchor="ctr" bIns="91425" lIns="0" spcFirstLastPara="1" rIns="0" wrap="square" tIns="91425">
            <a:normAutofit/>
          </a:bodyPr>
          <a:lstStyle/>
          <a:p>
            <a:pPr indent="0" lvl="0" marL="0" rtl="0" algn="l">
              <a:spcBef>
                <a:spcPts val="0"/>
              </a:spcBef>
              <a:spcAft>
                <a:spcPts val="0"/>
              </a:spcAft>
              <a:buNone/>
            </a:pPr>
            <a:r>
              <a:rPr b="1" lang="en-GB" sz="1800">
                <a:solidFill>
                  <a:srgbClr val="FFFFFF"/>
                </a:solidFill>
                <a:latin typeface="Space Grotesk"/>
                <a:ea typeface="Space Grotesk"/>
                <a:cs typeface="Space Grotesk"/>
                <a:sym typeface="Space Grotesk"/>
              </a:rPr>
              <a:t>03</a:t>
            </a:r>
            <a:endParaRPr b="1" sz="1800">
              <a:solidFill>
                <a:srgbClr val="FFFFFF"/>
              </a:solidFill>
              <a:latin typeface="Space Grotesk"/>
              <a:ea typeface="Space Grotesk"/>
              <a:cs typeface="Space Grotesk"/>
              <a:sym typeface="Space Grotesk"/>
            </a:endParaRPr>
          </a:p>
        </p:txBody>
      </p:sp>
      <p:sp>
        <p:nvSpPr>
          <p:cNvPr id="227" name="Google Shape;227;p21"/>
          <p:cNvSpPr txBox="1"/>
          <p:nvPr/>
        </p:nvSpPr>
        <p:spPr>
          <a:xfrm>
            <a:off x="4465663" y="3037891"/>
            <a:ext cx="1474500" cy="595200"/>
          </a:xfrm>
          <a:prstGeom prst="rect">
            <a:avLst/>
          </a:prstGeom>
          <a:noFill/>
          <a:ln>
            <a:noFill/>
          </a:ln>
        </p:spPr>
        <p:txBody>
          <a:bodyPr anchorCtr="0" anchor="ctr" bIns="91425" lIns="0" spcFirstLastPara="1" rIns="0" wrap="square" tIns="91425">
            <a:normAutofit fontScale="62500"/>
          </a:bodyPr>
          <a:lstStyle/>
          <a:p>
            <a:pPr indent="0" lvl="0" marL="0" rtl="0" algn="l">
              <a:spcBef>
                <a:spcPts val="0"/>
              </a:spcBef>
              <a:spcAft>
                <a:spcPts val="0"/>
              </a:spcAft>
              <a:buNone/>
            </a:pPr>
            <a:r>
              <a:rPr b="1" lang="en-GB" sz="2911">
                <a:solidFill>
                  <a:schemeClr val="lt1"/>
                </a:solidFill>
                <a:latin typeface="Space Grotesk"/>
                <a:ea typeface="Space Grotesk"/>
                <a:cs typeface="Space Grotesk"/>
                <a:sym typeface="Space Grotesk"/>
              </a:rPr>
              <a:t>Model Layer</a:t>
            </a:r>
            <a:endParaRPr b="1">
              <a:solidFill>
                <a:srgbClr val="FFFFFF"/>
              </a:solidFill>
              <a:latin typeface="Space Grotesk"/>
              <a:ea typeface="Space Grotesk"/>
              <a:cs typeface="Space Grotesk"/>
              <a:sym typeface="Space Grotesk"/>
            </a:endParaRPr>
          </a:p>
        </p:txBody>
      </p:sp>
      <p:cxnSp>
        <p:nvCxnSpPr>
          <p:cNvPr id="228" name="Google Shape;228;p21"/>
          <p:cNvCxnSpPr/>
          <p:nvPr/>
        </p:nvCxnSpPr>
        <p:spPr>
          <a:xfrm>
            <a:off x="6313125" y="3335491"/>
            <a:ext cx="1479300" cy="0"/>
          </a:xfrm>
          <a:prstGeom prst="straightConnector1">
            <a:avLst/>
          </a:prstGeom>
          <a:noFill/>
          <a:ln cap="flat" cmpd="sng" w="19050">
            <a:solidFill>
              <a:srgbClr val="FFFFFF"/>
            </a:solidFill>
            <a:prstDash val="solid"/>
            <a:round/>
            <a:headEnd len="med" w="med" type="none"/>
            <a:tailEnd len="med" w="med" type="none"/>
          </a:ln>
        </p:spPr>
      </p:cxnSp>
      <p:sp>
        <p:nvSpPr>
          <p:cNvPr id="229" name="Google Shape;229;p21"/>
          <p:cNvSpPr txBox="1"/>
          <p:nvPr/>
        </p:nvSpPr>
        <p:spPr>
          <a:xfrm>
            <a:off x="7899850" y="3092791"/>
            <a:ext cx="372900" cy="485400"/>
          </a:xfrm>
          <a:prstGeom prst="rect">
            <a:avLst/>
          </a:prstGeom>
          <a:noFill/>
          <a:ln>
            <a:noFill/>
          </a:ln>
        </p:spPr>
        <p:txBody>
          <a:bodyPr anchorCtr="0" anchor="ctr" bIns="91425" lIns="0" spcFirstLastPara="1" rIns="0" wrap="square" tIns="91425">
            <a:normAutofit/>
          </a:bodyPr>
          <a:lstStyle/>
          <a:p>
            <a:pPr indent="0" lvl="0" marL="0" rtl="0" algn="l">
              <a:spcBef>
                <a:spcPts val="0"/>
              </a:spcBef>
              <a:spcAft>
                <a:spcPts val="0"/>
              </a:spcAft>
              <a:buNone/>
            </a:pPr>
            <a:r>
              <a:rPr b="1" lang="en-GB" sz="1800">
                <a:solidFill>
                  <a:srgbClr val="FFFFFF"/>
                </a:solidFill>
                <a:latin typeface="Space Grotesk"/>
                <a:ea typeface="Space Grotesk"/>
                <a:cs typeface="Space Grotesk"/>
                <a:sym typeface="Space Grotesk"/>
              </a:rPr>
              <a:t>04</a:t>
            </a:r>
            <a:endParaRPr b="1" sz="1800">
              <a:solidFill>
                <a:srgbClr val="FFFFFF"/>
              </a:solidFill>
              <a:latin typeface="Space Grotesk"/>
              <a:ea typeface="Space Grotesk"/>
              <a:cs typeface="Space Grotesk"/>
              <a:sym typeface="Space Grotesk"/>
            </a:endParaRPr>
          </a:p>
        </p:txBody>
      </p:sp>
      <p:sp>
        <p:nvSpPr>
          <p:cNvPr id="230" name="Google Shape;230;p21"/>
          <p:cNvSpPr txBox="1"/>
          <p:nvPr/>
        </p:nvSpPr>
        <p:spPr>
          <a:xfrm>
            <a:off x="431250" y="1682716"/>
            <a:ext cx="3356100" cy="2507700"/>
          </a:xfrm>
          <a:prstGeom prst="rect">
            <a:avLst/>
          </a:prstGeom>
          <a:noFill/>
          <a:ln>
            <a:noFill/>
          </a:ln>
        </p:spPr>
        <p:txBody>
          <a:bodyPr anchorCtr="0" anchor="ctr" bIns="91425" lIns="0" spcFirstLastPara="1" rIns="0" wrap="square" tIns="91425">
            <a:normAutofit/>
          </a:bodyPr>
          <a:lstStyle/>
          <a:p>
            <a:pPr indent="0" lvl="0" marL="0" rtl="0" algn="ctr">
              <a:spcBef>
                <a:spcPts val="0"/>
              </a:spcBef>
              <a:spcAft>
                <a:spcPts val="0"/>
              </a:spcAft>
              <a:buNone/>
            </a:pPr>
            <a:r>
              <a:rPr b="1" lang="en-GB" sz="2911">
                <a:solidFill>
                  <a:srgbClr val="FFFFFF"/>
                </a:solidFill>
                <a:latin typeface="Space Grotesk"/>
                <a:ea typeface="Space Grotesk"/>
                <a:cs typeface="Space Grotesk"/>
                <a:sym typeface="Space Grotesk"/>
              </a:rPr>
              <a:t>The Modern AI Stack </a:t>
            </a:r>
            <a:endParaRPr b="1" sz="2911">
              <a:solidFill>
                <a:srgbClr val="FFFFFF"/>
              </a:solidFill>
              <a:latin typeface="Space Grotesk"/>
              <a:ea typeface="Space Grotesk"/>
              <a:cs typeface="Space Grotesk"/>
              <a:sym typeface="Space Grotesk"/>
            </a:endParaRPr>
          </a:p>
          <a:p>
            <a:pPr indent="0" lvl="0" marL="0" rtl="0" algn="ctr">
              <a:spcBef>
                <a:spcPts val="0"/>
              </a:spcBef>
              <a:spcAft>
                <a:spcPts val="0"/>
              </a:spcAft>
              <a:buNone/>
            </a:pPr>
            <a:r>
              <a:t/>
            </a:r>
            <a:endParaRPr b="1" sz="2911">
              <a:solidFill>
                <a:srgbClr val="FFFFFF"/>
              </a:solidFill>
              <a:latin typeface="Space Grotesk"/>
              <a:ea typeface="Space Grotesk"/>
              <a:cs typeface="Space Grotesk"/>
              <a:sym typeface="Space Grotesk"/>
            </a:endParaRPr>
          </a:p>
          <a:p>
            <a:pPr indent="0" lvl="0" marL="0" rtl="0" algn="ctr">
              <a:spcBef>
                <a:spcPts val="0"/>
              </a:spcBef>
              <a:spcAft>
                <a:spcPts val="0"/>
              </a:spcAft>
              <a:buNone/>
            </a:pPr>
            <a:r>
              <a:rPr b="1" lang="en-GB" sz="1500">
                <a:solidFill>
                  <a:srgbClr val="FFFFFF"/>
                </a:solidFill>
                <a:latin typeface="Space Grotesk"/>
                <a:ea typeface="Space Grotesk"/>
                <a:cs typeface="Space Grotesk"/>
                <a:sym typeface="Space Grotesk"/>
              </a:rPr>
              <a:t>AI Applications Are Layered Systems.</a:t>
            </a:r>
            <a:endParaRPr b="1" sz="1500">
              <a:solidFill>
                <a:srgbClr val="FFFFFF"/>
              </a:solidFill>
              <a:latin typeface="Space Grotesk"/>
              <a:ea typeface="Space Grotesk"/>
              <a:cs typeface="Space Grotesk"/>
              <a:sym typeface="Space Grotesk"/>
            </a:endParaRPr>
          </a:p>
          <a:p>
            <a:pPr indent="0" lvl="0" marL="0" rtl="0" algn="l">
              <a:spcBef>
                <a:spcPts val="0"/>
              </a:spcBef>
              <a:spcAft>
                <a:spcPts val="0"/>
              </a:spcAft>
              <a:buNone/>
            </a:pPr>
            <a:r>
              <a:t/>
            </a:r>
            <a:endParaRPr b="1" sz="2911">
              <a:solidFill>
                <a:srgbClr val="FFFFFF"/>
              </a:solidFill>
              <a:latin typeface="Space Grotesk"/>
              <a:ea typeface="Space Grotesk"/>
              <a:cs typeface="Space Grotesk"/>
              <a:sym typeface="Space Grotesk"/>
            </a:endParaRPr>
          </a:p>
        </p:txBody>
      </p:sp>
      <p:sp>
        <p:nvSpPr>
          <p:cNvPr id="231" name="Google Shape;231;p21"/>
          <p:cNvSpPr txBox="1"/>
          <p:nvPr/>
        </p:nvSpPr>
        <p:spPr>
          <a:xfrm>
            <a:off x="4040046" y="3539466"/>
            <a:ext cx="2092800" cy="595200"/>
          </a:xfrm>
          <a:prstGeom prst="rect">
            <a:avLst/>
          </a:prstGeom>
          <a:noFill/>
          <a:ln>
            <a:noFill/>
          </a:ln>
        </p:spPr>
        <p:txBody>
          <a:bodyPr anchorCtr="0" anchor="ctr" bIns="91425" lIns="0" spcFirstLastPara="1" rIns="0" wrap="square" tIns="91425">
            <a:normAutofit fontScale="55000"/>
          </a:bodyPr>
          <a:lstStyle/>
          <a:p>
            <a:pPr indent="0" lvl="0" marL="0" rtl="0" algn="l">
              <a:spcBef>
                <a:spcPts val="0"/>
              </a:spcBef>
              <a:spcAft>
                <a:spcPts val="0"/>
              </a:spcAft>
              <a:buClr>
                <a:schemeClr val="dk1"/>
              </a:buClr>
              <a:buSzPct val="37786"/>
              <a:buFont typeface="Arial"/>
              <a:buNone/>
            </a:pPr>
            <a:r>
              <a:rPr b="1" lang="en-GB" sz="2911">
                <a:solidFill>
                  <a:schemeClr val="lt1"/>
                </a:solidFill>
                <a:latin typeface="Space Grotesk"/>
                <a:ea typeface="Space Grotesk"/>
                <a:cs typeface="Space Grotesk"/>
                <a:sym typeface="Space Grotesk"/>
              </a:rPr>
              <a:t>Infrastructure Layer</a:t>
            </a:r>
            <a:endParaRPr b="1">
              <a:solidFill>
                <a:srgbClr val="FFFFFF"/>
              </a:solidFill>
              <a:latin typeface="Space Grotesk"/>
              <a:ea typeface="Space Grotesk"/>
              <a:cs typeface="Space Grotesk"/>
              <a:sym typeface="Space Grotesk"/>
            </a:endParaRPr>
          </a:p>
        </p:txBody>
      </p:sp>
      <p:cxnSp>
        <p:nvCxnSpPr>
          <p:cNvPr id="232" name="Google Shape;232;p21"/>
          <p:cNvCxnSpPr/>
          <p:nvPr/>
        </p:nvCxnSpPr>
        <p:spPr>
          <a:xfrm>
            <a:off x="6304371" y="3837058"/>
            <a:ext cx="1479300" cy="0"/>
          </a:xfrm>
          <a:prstGeom prst="straightConnector1">
            <a:avLst/>
          </a:prstGeom>
          <a:noFill/>
          <a:ln cap="flat" cmpd="sng" w="19050">
            <a:solidFill>
              <a:srgbClr val="FFFFFF"/>
            </a:solidFill>
            <a:prstDash val="solid"/>
            <a:round/>
            <a:headEnd len="med" w="med" type="none"/>
            <a:tailEnd len="med" w="med" type="none"/>
          </a:ln>
        </p:spPr>
      </p:cxnSp>
      <p:sp>
        <p:nvSpPr>
          <p:cNvPr id="233" name="Google Shape;233;p21"/>
          <p:cNvSpPr txBox="1"/>
          <p:nvPr/>
        </p:nvSpPr>
        <p:spPr>
          <a:xfrm>
            <a:off x="7891096" y="3594358"/>
            <a:ext cx="372900" cy="485400"/>
          </a:xfrm>
          <a:prstGeom prst="rect">
            <a:avLst/>
          </a:prstGeom>
          <a:noFill/>
          <a:ln>
            <a:noFill/>
          </a:ln>
        </p:spPr>
        <p:txBody>
          <a:bodyPr anchorCtr="0" anchor="ctr" bIns="91425" lIns="0" spcFirstLastPara="1" rIns="0" wrap="square" tIns="91425">
            <a:normAutofit/>
          </a:bodyPr>
          <a:lstStyle/>
          <a:p>
            <a:pPr indent="0" lvl="0" marL="0" rtl="0" algn="l">
              <a:spcBef>
                <a:spcPts val="0"/>
              </a:spcBef>
              <a:spcAft>
                <a:spcPts val="0"/>
              </a:spcAft>
              <a:buNone/>
            </a:pPr>
            <a:r>
              <a:rPr b="1" lang="en-GB" sz="1800">
                <a:solidFill>
                  <a:srgbClr val="FFFFFF"/>
                </a:solidFill>
                <a:latin typeface="Space Grotesk"/>
                <a:ea typeface="Space Grotesk"/>
                <a:cs typeface="Space Grotesk"/>
                <a:sym typeface="Space Grotesk"/>
              </a:rPr>
              <a:t>05</a:t>
            </a:r>
            <a:endParaRPr b="1" sz="1800">
              <a:solidFill>
                <a:srgbClr val="FFFFFF"/>
              </a:solidFill>
              <a:latin typeface="Space Grotesk"/>
              <a:ea typeface="Space Grotesk"/>
              <a:cs typeface="Space Grotesk"/>
              <a:sym typeface="Space Grotes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2"/>
          <p:cNvSpPr txBox="1"/>
          <p:nvPr/>
        </p:nvSpPr>
        <p:spPr>
          <a:xfrm>
            <a:off x="519550" y="1956225"/>
            <a:ext cx="3709800" cy="16806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800"/>
              </a:spcBef>
              <a:spcAft>
                <a:spcPts val="0"/>
              </a:spcAft>
              <a:buClr>
                <a:schemeClr val="dk1"/>
              </a:buClr>
              <a:buSzPts val="1100"/>
              <a:buFont typeface="Arial"/>
              <a:buNone/>
            </a:pPr>
            <a:r>
              <a:rPr lang="en-GB" sz="2600">
                <a:solidFill>
                  <a:schemeClr val="lt1"/>
                </a:solidFill>
                <a:latin typeface="Space Grotesk SemiBold"/>
                <a:ea typeface="Space Grotesk SemiBold"/>
                <a:cs typeface="Space Grotesk SemiBold"/>
                <a:sym typeface="Space Grotesk SemiBold"/>
              </a:rPr>
              <a:t>Model Behavior Knobs</a:t>
            </a:r>
            <a:endParaRPr sz="2600">
              <a:solidFill>
                <a:schemeClr val="lt1"/>
              </a:solidFill>
              <a:latin typeface="Space Grotesk SemiBold"/>
              <a:ea typeface="Space Grotesk SemiBold"/>
              <a:cs typeface="Space Grotesk SemiBold"/>
              <a:sym typeface="Space Grotesk SemiBold"/>
            </a:endParaRPr>
          </a:p>
          <a:p>
            <a:pPr indent="0" lvl="0" marL="0" rtl="0" algn="l">
              <a:lnSpc>
                <a:spcPct val="115000"/>
              </a:lnSpc>
              <a:spcBef>
                <a:spcPts val="1200"/>
              </a:spcBef>
              <a:spcAft>
                <a:spcPts val="1200"/>
              </a:spcAft>
              <a:buClr>
                <a:schemeClr val="dk1"/>
              </a:buClr>
              <a:buSzPts val="1100"/>
              <a:buFont typeface="Arial"/>
              <a:buNone/>
            </a:pPr>
            <a:r>
              <a:rPr lang="en-GB" sz="1800">
                <a:solidFill>
                  <a:schemeClr val="lt1"/>
                </a:solidFill>
                <a:latin typeface="Space Grotesk"/>
                <a:ea typeface="Space Grotesk"/>
                <a:cs typeface="Space Grotesk"/>
                <a:sym typeface="Space Grotesk"/>
              </a:rPr>
              <a:t>Controlling LLM Outputs:</a:t>
            </a:r>
            <a:endParaRPr sz="1900">
              <a:solidFill>
                <a:schemeClr val="lt1"/>
              </a:solidFill>
              <a:latin typeface="Space Grotesk"/>
              <a:ea typeface="Space Grotesk"/>
              <a:cs typeface="Space Grotesk"/>
              <a:sym typeface="Space Grotesk"/>
            </a:endParaRPr>
          </a:p>
        </p:txBody>
      </p:sp>
      <p:sp>
        <p:nvSpPr>
          <p:cNvPr id="239" name="Google Shape;239;p22"/>
          <p:cNvSpPr txBox="1"/>
          <p:nvPr/>
        </p:nvSpPr>
        <p:spPr>
          <a:xfrm>
            <a:off x="5061200" y="1956225"/>
            <a:ext cx="1138500" cy="595200"/>
          </a:xfrm>
          <a:prstGeom prst="rect">
            <a:avLst/>
          </a:prstGeom>
          <a:noFill/>
          <a:ln>
            <a:noFill/>
          </a:ln>
        </p:spPr>
        <p:txBody>
          <a:bodyPr anchorCtr="0" anchor="ctr" bIns="91425" lIns="0" spcFirstLastPara="1" rIns="0" wrap="square" tIns="91425">
            <a:normAutofit/>
          </a:bodyPr>
          <a:lstStyle/>
          <a:p>
            <a:pPr indent="0" lvl="0" marL="0" rtl="0" algn="ctr">
              <a:lnSpc>
                <a:spcPct val="90000"/>
              </a:lnSpc>
              <a:spcBef>
                <a:spcPts val="0"/>
              </a:spcBef>
              <a:spcAft>
                <a:spcPts val="0"/>
              </a:spcAft>
              <a:buNone/>
            </a:pPr>
            <a:r>
              <a:rPr b="1" lang="en-GB" sz="1100">
                <a:solidFill>
                  <a:srgbClr val="FFFFFF"/>
                </a:solidFill>
                <a:latin typeface="Space Grotesk"/>
                <a:ea typeface="Space Grotesk"/>
                <a:cs typeface="Space Grotesk"/>
                <a:sym typeface="Space Grotesk"/>
              </a:rPr>
              <a:t>TEMPERATURE</a:t>
            </a:r>
            <a:endParaRPr b="1" sz="1100">
              <a:solidFill>
                <a:srgbClr val="FFFFFF"/>
              </a:solidFill>
              <a:latin typeface="Space Grotesk"/>
              <a:ea typeface="Space Grotesk"/>
              <a:cs typeface="Space Grotesk"/>
              <a:sym typeface="Space Grotesk"/>
            </a:endParaRPr>
          </a:p>
        </p:txBody>
      </p:sp>
      <p:sp>
        <p:nvSpPr>
          <p:cNvPr id="240" name="Google Shape;240;p22"/>
          <p:cNvSpPr txBox="1"/>
          <p:nvPr/>
        </p:nvSpPr>
        <p:spPr>
          <a:xfrm>
            <a:off x="6520150" y="1956225"/>
            <a:ext cx="1138500" cy="595200"/>
          </a:xfrm>
          <a:prstGeom prst="rect">
            <a:avLst/>
          </a:prstGeom>
          <a:noFill/>
          <a:ln>
            <a:noFill/>
          </a:ln>
        </p:spPr>
        <p:txBody>
          <a:bodyPr anchorCtr="0" anchor="ctr" bIns="91425" lIns="0" spcFirstLastPara="1" rIns="0" wrap="square" tIns="91425">
            <a:normAutofit/>
          </a:bodyPr>
          <a:lstStyle/>
          <a:p>
            <a:pPr indent="0" lvl="0" marL="0" rtl="0" algn="ctr">
              <a:spcBef>
                <a:spcPts val="0"/>
              </a:spcBef>
              <a:spcAft>
                <a:spcPts val="0"/>
              </a:spcAft>
              <a:buNone/>
            </a:pPr>
            <a:r>
              <a:rPr b="1" lang="en-GB">
                <a:solidFill>
                  <a:srgbClr val="FFFFFF"/>
                </a:solidFill>
                <a:latin typeface="Space Grotesk"/>
                <a:ea typeface="Space Grotesk"/>
                <a:cs typeface="Space Grotesk"/>
                <a:sym typeface="Space Grotesk"/>
              </a:rPr>
              <a:t>TOP-K</a:t>
            </a:r>
            <a:endParaRPr b="1">
              <a:solidFill>
                <a:srgbClr val="FFFFFF"/>
              </a:solidFill>
              <a:latin typeface="Space Grotesk"/>
              <a:ea typeface="Space Grotesk"/>
              <a:cs typeface="Space Grotesk"/>
              <a:sym typeface="Space Grotesk"/>
            </a:endParaRPr>
          </a:p>
        </p:txBody>
      </p:sp>
      <p:sp>
        <p:nvSpPr>
          <p:cNvPr id="241" name="Google Shape;241;p22"/>
          <p:cNvSpPr txBox="1"/>
          <p:nvPr/>
        </p:nvSpPr>
        <p:spPr>
          <a:xfrm>
            <a:off x="5061225" y="3373000"/>
            <a:ext cx="1138500" cy="595200"/>
          </a:xfrm>
          <a:prstGeom prst="rect">
            <a:avLst/>
          </a:prstGeom>
          <a:noFill/>
          <a:ln>
            <a:noFill/>
          </a:ln>
        </p:spPr>
        <p:txBody>
          <a:bodyPr anchorCtr="0" anchor="ctr" bIns="91425" lIns="0" spcFirstLastPara="1" rIns="0" wrap="square" tIns="91425">
            <a:normAutofit lnSpcReduction="10000"/>
          </a:bodyPr>
          <a:lstStyle/>
          <a:p>
            <a:pPr indent="0" lvl="0" marL="0" rtl="0" algn="ctr">
              <a:spcBef>
                <a:spcPts val="0"/>
              </a:spcBef>
              <a:spcAft>
                <a:spcPts val="0"/>
              </a:spcAft>
              <a:buNone/>
            </a:pPr>
            <a:r>
              <a:rPr b="1" lang="en-GB">
                <a:solidFill>
                  <a:srgbClr val="FFFFFF"/>
                </a:solidFill>
                <a:latin typeface="Space Grotesk"/>
                <a:ea typeface="Space Grotesk"/>
                <a:cs typeface="Space Grotesk"/>
                <a:sym typeface="Space Grotesk"/>
              </a:rPr>
              <a:t>MAX</a:t>
            </a:r>
            <a:endParaRPr b="1">
              <a:solidFill>
                <a:srgbClr val="FFFFFF"/>
              </a:solidFill>
              <a:latin typeface="Space Grotesk"/>
              <a:ea typeface="Space Grotesk"/>
              <a:cs typeface="Space Grotesk"/>
              <a:sym typeface="Space Grotesk"/>
            </a:endParaRPr>
          </a:p>
          <a:p>
            <a:pPr indent="0" lvl="0" marL="0" rtl="0" algn="ctr">
              <a:spcBef>
                <a:spcPts val="0"/>
              </a:spcBef>
              <a:spcAft>
                <a:spcPts val="0"/>
              </a:spcAft>
              <a:buNone/>
            </a:pPr>
            <a:r>
              <a:rPr b="1" lang="en-GB">
                <a:solidFill>
                  <a:srgbClr val="FFFFFF"/>
                </a:solidFill>
                <a:latin typeface="Space Grotesk"/>
                <a:ea typeface="Space Grotesk"/>
                <a:cs typeface="Space Grotesk"/>
                <a:sym typeface="Space Grotesk"/>
              </a:rPr>
              <a:t>TOKENS</a:t>
            </a:r>
            <a:endParaRPr b="1">
              <a:solidFill>
                <a:srgbClr val="FFFFFF"/>
              </a:solidFill>
              <a:latin typeface="Space Grotesk"/>
              <a:ea typeface="Space Grotesk"/>
              <a:cs typeface="Space Grotesk"/>
              <a:sym typeface="Space Grotesk"/>
            </a:endParaRPr>
          </a:p>
        </p:txBody>
      </p:sp>
      <p:sp>
        <p:nvSpPr>
          <p:cNvPr id="242" name="Google Shape;242;p22"/>
          <p:cNvSpPr txBox="1"/>
          <p:nvPr/>
        </p:nvSpPr>
        <p:spPr>
          <a:xfrm>
            <a:off x="6520150" y="3373000"/>
            <a:ext cx="1138500" cy="595200"/>
          </a:xfrm>
          <a:prstGeom prst="rect">
            <a:avLst/>
          </a:prstGeom>
          <a:noFill/>
          <a:ln>
            <a:noFill/>
          </a:ln>
        </p:spPr>
        <p:txBody>
          <a:bodyPr anchorCtr="0" anchor="ctr" bIns="91425" lIns="0" spcFirstLastPara="1" rIns="0" wrap="square" tIns="91425">
            <a:normAutofit fontScale="77500" lnSpcReduction="20000"/>
          </a:bodyPr>
          <a:lstStyle/>
          <a:p>
            <a:pPr indent="0" lvl="0" marL="0" rtl="0" algn="ctr">
              <a:spcBef>
                <a:spcPts val="0"/>
              </a:spcBef>
              <a:spcAft>
                <a:spcPts val="0"/>
              </a:spcAft>
              <a:buNone/>
            </a:pPr>
            <a:r>
              <a:rPr b="1" lang="en-GB">
                <a:solidFill>
                  <a:srgbClr val="FFFFFF"/>
                </a:solidFill>
                <a:latin typeface="Space Grotesk"/>
                <a:ea typeface="Space Grotesk"/>
                <a:cs typeface="Space Grotesk"/>
                <a:sym typeface="Space Grotesk"/>
              </a:rPr>
              <a:t>SYSTEM</a:t>
            </a:r>
            <a:endParaRPr b="1">
              <a:solidFill>
                <a:srgbClr val="FFFFFF"/>
              </a:solidFill>
              <a:latin typeface="Space Grotesk"/>
              <a:ea typeface="Space Grotesk"/>
              <a:cs typeface="Space Grotesk"/>
              <a:sym typeface="Space Grotesk"/>
            </a:endParaRPr>
          </a:p>
          <a:p>
            <a:pPr indent="0" lvl="0" marL="0" rtl="0" algn="ctr">
              <a:spcBef>
                <a:spcPts val="0"/>
              </a:spcBef>
              <a:spcAft>
                <a:spcPts val="0"/>
              </a:spcAft>
              <a:buNone/>
            </a:pPr>
            <a:r>
              <a:rPr b="1" lang="en-GB">
                <a:solidFill>
                  <a:srgbClr val="FFFFFF"/>
                </a:solidFill>
                <a:latin typeface="Space Grotesk"/>
                <a:ea typeface="Space Grotesk"/>
                <a:cs typeface="Space Grotesk"/>
                <a:sym typeface="Space Grotesk"/>
              </a:rPr>
              <a:t>VS</a:t>
            </a:r>
            <a:endParaRPr b="1">
              <a:solidFill>
                <a:srgbClr val="FFFFFF"/>
              </a:solidFill>
              <a:latin typeface="Space Grotesk"/>
              <a:ea typeface="Space Grotesk"/>
              <a:cs typeface="Space Grotesk"/>
              <a:sym typeface="Space Grotesk"/>
            </a:endParaRPr>
          </a:p>
          <a:p>
            <a:pPr indent="0" lvl="0" marL="0" rtl="0" algn="ctr">
              <a:spcBef>
                <a:spcPts val="0"/>
              </a:spcBef>
              <a:spcAft>
                <a:spcPts val="0"/>
              </a:spcAft>
              <a:buNone/>
            </a:pPr>
            <a:r>
              <a:rPr b="1" lang="en-GB">
                <a:solidFill>
                  <a:srgbClr val="FFFFFF"/>
                </a:solidFill>
                <a:latin typeface="Space Grotesk"/>
                <a:ea typeface="Space Grotesk"/>
                <a:cs typeface="Space Grotesk"/>
                <a:sym typeface="Space Grotesk"/>
              </a:rPr>
              <a:t>USER PROMPTS</a:t>
            </a:r>
            <a:endParaRPr b="1">
              <a:solidFill>
                <a:srgbClr val="FFFFFF"/>
              </a:solidFill>
              <a:latin typeface="Space Grotesk"/>
              <a:ea typeface="Space Grotesk"/>
              <a:cs typeface="Space Grotesk"/>
              <a:sym typeface="Space Grotesk"/>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23"/>
          <p:cNvPicPr preferRelativeResize="0"/>
          <p:nvPr>
            <p:ph idx="2" type="pic"/>
          </p:nvPr>
        </p:nvPicPr>
        <p:blipFill rotWithShape="1">
          <a:blip r:embed="rId3">
            <a:alphaModFix/>
          </a:blip>
          <a:srcRect b="13997" l="0" r="0" t="13997"/>
          <a:stretch/>
        </p:blipFill>
        <p:spPr>
          <a:xfrm>
            <a:off x="475200" y="817200"/>
            <a:ext cx="3585600" cy="3873600"/>
          </a:xfrm>
          <a:prstGeom prst="roundRect">
            <a:avLst>
              <a:gd fmla="val 16667" name="adj"/>
            </a:avLst>
          </a:prstGeom>
        </p:spPr>
      </p:pic>
      <p:sp>
        <p:nvSpPr>
          <p:cNvPr id="248" name="Google Shape;248;p23"/>
          <p:cNvSpPr txBox="1"/>
          <p:nvPr/>
        </p:nvSpPr>
        <p:spPr>
          <a:xfrm>
            <a:off x="4526475" y="2722625"/>
            <a:ext cx="3781500" cy="716400"/>
          </a:xfrm>
          <a:prstGeom prst="rect">
            <a:avLst/>
          </a:prstGeom>
          <a:noFill/>
          <a:ln>
            <a:noFill/>
          </a:ln>
        </p:spPr>
        <p:txBody>
          <a:bodyPr anchorCtr="0" anchor="ctr" bIns="91425" lIns="0" spcFirstLastPara="1" rIns="0" wrap="square" tIns="91425">
            <a:noAutofit/>
          </a:bodyPr>
          <a:lstStyle/>
          <a:p>
            <a:pPr indent="0" lvl="0" marL="0" rtl="0" algn="ctr">
              <a:lnSpc>
                <a:spcPct val="115000"/>
              </a:lnSpc>
              <a:spcBef>
                <a:spcPts val="0"/>
              </a:spcBef>
              <a:spcAft>
                <a:spcPts val="0"/>
              </a:spcAft>
              <a:buNone/>
            </a:pPr>
            <a:r>
              <a:rPr lang="en-GB" sz="1500">
                <a:solidFill>
                  <a:srgbClr val="FFFFFF"/>
                </a:solidFill>
                <a:latin typeface="Space Mono"/>
                <a:ea typeface="Space Mono"/>
                <a:cs typeface="Space Mono"/>
                <a:sym typeface="Space Mono"/>
              </a:rPr>
              <a:t>Trained to predict next token.</a:t>
            </a:r>
            <a:endParaRPr sz="1300">
              <a:solidFill>
                <a:srgbClr val="FFFFFF"/>
              </a:solidFill>
              <a:latin typeface="Space Mono"/>
              <a:ea typeface="Space Mono"/>
              <a:cs typeface="Space Mono"/>
              <a:sym typeface="Space Mono"/>
            </a:endParaRPr>
          </a:p>
        </p:txBody>
      </p:sp>
      <p:sp>
        <p:nvSpPr>
          <p:cNvPr id="249" name="Google Shape;249;p23"/>
          <p:cNvSpPr txBox="1"/>
          <p:nvPr/>
        </p:nvSpPr>
        <p:spPr>
          <a:xfrm>
            <a:off x="4526475" y="3667375"/>
            <a:ext cx="3781500" cy="716400"/>
          </a:xfrm>
          <a:prstGeom prst="rect">
            <a:avLst/>
          </a:prstGeom>
          <a:noFill/>
          <a:ln>
            <a:noFill/>
          </a:ln>
        </p:spPr>
        <p:txBody>
          <a:bodyPr anchorCtr="0" anchor="ctr" bIns="91425" lIns="0" spcFirstLastPara="1" rIns="0" wrap="square" tIns="91425">
            <a:noAutofit/>
          </a:bodyPr>
          <a:lstStyle/>
          <a:p>
            <a:pPr indent="0" lvl="0" marL="0" rtl="0" algn="ctr">
              <a:lnSpc>
                <a:spcPct val="115000"/>
              </a:lnSpc>
              <a:spcBef>
                <a:spcPts val="0"/>
              </a:spcBef>
              <a:spcAft>
                <a:spcPts val="0"/>
              </a:spcAft>
              <a:buNone/>
            </a:pPr>
            <a:r>
              <a:rPr lang="en-GB" sz="1500">
                <a:solidFill>
                  <a:srgbClr val="FFFFFF"/>
                </a:solidFill>
                <a:latin typeface="Space Mono"/>
                <a:ea typeface="Space Mono"/>
                <a:cs typeface="Space Mono"/>
                <a:sym typeface="Space Mono"/>
              </a:rPr>
              <a:t>No built-in truth checking.</a:t>
            </a:r>
            <a:endParaRPr sz="1300">
              <a:solidFill>
                <a:srgbClr val="FFFFFF"/>
              </a:solidFill>
              <a:latin typeface="Space Mono"/>
              <a:ea typeface="Space Mono"/>
              <a:cs typeface="Space Mono"/>
              <a:sym typeface="Space Mono"/>
            </a:endParaRPr>
          </a:p>
        </p:txBody>
      </p:sp>
      <p:sp>
        <p:nvSpPr>
          <p:cNvPr id="250" name="Google Shape;250;p23"/>
          <p:cNvSpPr txBox="1"/>
          <p:nvPr/>
        </p:nvSpPr>
        <p:spPr>
          <a:xfrm>
            <a:off x="4526475" y="1389650"/>
            <a:ext cx="3781500" cy="802800"/>
          </a:xfrm>
          <a:prstGeom prst="rect">
            <a:avLst/>
          </a:prstGeom>
          <a:noFill/>
          <a:ln>
            <a:noFill/>
          </a:ln>
        </p:spPr>
        <p:txBody>
          <a:bodyPr anchorCtr="0" anchor="t" bIns="91425" lIns="0" spcFirstLastPara="1" rIns="0" wrap="square" tIns="91425">
            <a:noAutofit/>
          </a:bodyPr>
          <a:lstStyle/>
          <a:p>
            <a:pPr indent="0" lvl="0" marL="0" rtl="0" algn="ctr">
              <a:lnSpc>
                <a:spcPct val="115000"/>
              </a:lnSpc>
              <a:spcBef>
                <a:spcPts val="1800"/>
              </a:spcBef>
              <a:spcAft>
                <a:spcPts val="400"/>
              </a:spcAft>
              <a:buClr>
                <a:schemeClr val="dk1"/>
              </a:buClr>
              <a:buSzPts val="1100"/>
              <a:buFont typeface="Arial"/>
              <a:buNone/>
            </a:pPr>
            <a:r>
              <a:rPr b="1" lang="en-GB" sz="2800">
                <a:solidFill>
                  <a:schemeClr val="lt1"/>
                </a:solidFill>
                <a:latin typeface="Space Grotesk"/>
                <a:ea typeface="Space Grotesk"/>
                <a:cs typeface="Space Grotesk"/>
                <a:sym typeface="Space Grotesk"/>
              </a:rPr>
              <a:t>Why LLMs Hallucinate</a:t>
            </a:r>
            <a:endParaRPr b="1" sz="2800">
              <a:solidFill>
                <a:schemeClr val="lt1"/>
              </a:solidFill>
              <a:latin typeface="Space Grotesk"/>
              <a:ea typeface="Space Grotesk"/>
              <a:cs typeface="Space Grotesk"/>
              <a:sym typeface="Space Grotes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4"/>
          <p:cNvSpPr txBox="1"/>
          <p:nvPr/>
        </p:nvSpPr>
        <p:spPr>
          <a:xfrm>
            <a:off x="251850" y="1976550"/>
            <a:ext cx="8640300" cy="1190400"/>
          </a:xfrm>
          <a:prstGeom prst="rect">
            <a:avLst/>
          </a:prstGeom>
          <a:noFill/>
          <a:ln>
            <a:noFill/>
          </a:ln>
        </p:spPr>
        <p:txBody>
          <a:bodyPr anchorCtr="0" anchor="ctr" bIns="91425" lIns="0" spcFirstLastPara="1" rIns="0" wrap="square" tIns="91425">
            <a:normAutofit/>
          </a:bodyPr>
          <a:lstStyle/>
          <a:p>
            <a:pPr indent="0" lvl="0" marL="0" rtl="0" algn="ctr">
              <a:spcBef>
                <a:spcPts val="0"/>
              </a:spcBef>
              <a:spcAft>
                <a:spcPts val="0"/>
              </a:spcAft>
              <a:buNone/>
            </a:pPr>
            <a:r>
              <a:rPr b="1" lang="en-GB" sz="5200">
                <a:solidFill>
                  <a:srgbClr val="FFFFFF"/>
                </a:solidFill>
                <a:latin typeface="Space Grotesk"/>
                <a:ea typeface="Space Grotesk"/>
                <a:cs typeface="Space Grotesk"/>
                <a:sym typeface="Space Grotesk"/>
              </a:rPr>
              <a:t>Cloud vs Local LLMs</a:t>
            </a:r>
            <a:endParaRPr b="1" sz="5200">
              <a:solidFill>
                <a:srgbClr val="FFFFFF"/>
              </a:solidFill>
              <a:latin typeface="Space Grotesk"/>
              <a:ea typeface="Space Grotesk"/>
              <a:cs typeface="Space Grotesk"/>
              <a:sym typeface="Space Grotes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5"/>
          <p:cNvSpPr txBox="1"/>
          <p:nvPr/>
        </p:nvSpPr>
        <p:spPr>
          <a:xfrm>
            <a:off x="251850" y="779325"/>
            <a:ext cx="8640300" cy="3875700"/>
          </a:xfrm>
          <a:prstGeom prst="rect">
            <a:avLst/>
          </a:prstGeom>
          <a:noFill/>
          <a:ln>
            <a:noFill/>
          </a:ln>
        </p:spPr>
        <p:txBody>
          <a:bodyPr anchorCtr="0" anchor="ctr" bIns="91425" lIns="0" spcFirstLastPara="1" rIns="0" wrap="square" tIns="91425">
            <a:normAutofit/>
          </a:bodyPr>
          <a:lstStyle/>
          <a:p>
            <a:pPr indent="0" lvl="0" marL="0" rtl="0" algn="ctr">
              <a:lnSpc>
                <a:spcPct val="80000"/>
              </a:lnSpc>
              <a:spcBef>
                <a:spcPts val="0"/>
              </a:spcBef>
              <a:spcAft>
                <a:spcPts val="0"/>
              </a:spcAft>
              <a:buSzPts val="605"/>
              <a:buNone/>
            </a:pPr>
            <a:r>
              <a:rPr b="1" lang="en-GB" sz="1860">
                <a:solidFill>
                  <a:srgbClr val="FFFFFF"/>
                </a:solidFill>
                <a:latin typeface="Space Grotesk"/>
                <a:ea typeface="Space Grotesk"/>
                <a:cs typeface="Space Grotesk"/>
                <a:sym typeface="Space Grotesk"/>
              </a:rPr>
              <a:t>A clinic is overwhelmed by calls and messages for appointment booking, basic FAQs, refill requests, and “is this urgent?” symptom checks. Staff waste time repeating intake questions, switching between scheduling and patient systems, and re-triaging incomplete info. They need an agentic AI that can chat, collect required details, follow clinic triage rules to flag emergencies, book slots via tools, and escalate to a nurse/doctor with a structured summary.</a:t>
            </a:r>
            <a:endParaRPr b="1" sz="1860">
              <a:solidFill>
                <a:srgbClr val="FFFFFF"/>
              </a:solidFill>
              <a:latin typeface="Space Grotesk"/>
              <a:ea typeface="Space Grotesk"/>
              <a:cs typeface="Space Grotesk"/>
              <a:sym typeface="Space Grotesk"/>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6"/>
          <p:cNvSpPr txBox="1"/>
          <p:nvPr/>
        </p:nvSpPr>
        <p:spPr>
          <a:xfrm>
            <a:off x="2214450" y="1696000"/>
            <a:ext cx="4715100" cy="2777400"/>
          </a:xfrm>
          <a:prstGeom prst="rect">
            <a:avLst/>
          </a:prstGeom>
          <a:noFill/>
          <a:ln>
            <a:noFill/>
          </a:ln>
        </p:spPr>
        <p:txBody>
          <a:bodyPr anchorCtr="0" anchor="ctr"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sz="1800">
              <a:solidFill>
                <a:schemeClr val="lt1"/>
              </a:solidFill>
              <a:latin typeface="Space Grotesk Medium"/>
              <a:ea typeface="Space Grotesk Medium"/>
              <a:cs typeface="Space Grotesk Medium"/>
              <a:sym typeface="Space Grotesk Medium"/>
            </a:endParaRPr>
          </a:p>
          <a:p>
            <a:pPr indent="-342900" lvl="0" marL="457200" rtl="0" algn="l">
              <a:lnSpc>
                <a:spcPct val="115000"/>
              </a:lnSpc>
              <a:spcBef>
                <a:spcPts val="1200"/>
              </a:spcBef>
              <a:spcAft>
                <a:spcPts val="0"/>
              </a:spcAft>
              <a:buClr>
                <a:schemeClr val="lt1"/>
              </a:buClr>
              <a:buSzPts val="1800"/>
              <a:buFont typeface="Space Grotesk Medium"/>
              <a:buChar char="●"/>
            </a:pPr>
            <a:r>
              <a:rPr lang="en-GB" sz="1800">
                <a:solidFill>
                  <a:schemeClr val="lt1"/>
                </a:solidFill>
                <a:latin typeface="Space Grotesk Medium"/>
                <a:ea typeface="Space Grotesk Medium"/>
                <a:cs typeface="Space Grotesk Medium"/>
                <a:sym typeface="Space Grotesk Medium"/>
              </a:rPr>
              <a:t>AI apps are systems</a:t>
            </a:r>
            <a:br>
              <a:rPr lang="en-GB" sz="1800">
                <a:solidFill>
                  <a:schemeClr val="lt1"/>
                </a:solidFill>
                <a:latin typeface="Space Grotesk Medium"/>
                <a:ea typeface="Space Grotesk Medium"/>
                <a:cs typeface="Space Grotesk Medium"/>
                <a:sym typeface="Space Grotesk Medium"/>
              </a:rPr>
            </a:br>
            <a:endParaRPr sz="1800">
              <a:solidFill>
                <a:schemeClr val="lt1"/>
              </a:solidFill>
              <a:latin typeface="Space Grotesk Medium"/>
              <a:ea typeface="Space Grotesk Medium"/>
              <a:cs typeface="Space Grotesk Medium"/>
              <a:sym typeface="Space Grotesk Medium"/>
            </a:endParaRPr>
          </a:p>
          <a:p>
            <a:pPr indent="-342900" lvl="0" marL="457200" rtl="0" algn="l">
              <a:lnSpc>
                <a:spcPct val="115000"/>
              </a:lnSpc>
              <a:spcBef>
                <a:spcPts val="0"/>
              </a:spcBef>
              <a:spcAft>
                <a:spcPts val="0"/>
              </a:spcAft>
              <a:buClr>
                <a:schemeClr val="lt1"/>
              </a:buClr>
              <a:buSzPts val="1800"/>
              <a:buFont typeface="Space Grotesk Medium"/>
              <a:buChar char="●"/>
            </a:pPr>
            <a:r>
              <a:rPr lang="en-GB" sz="1800">
                <a:solidFill>
                  <a:schemeClr val="lt1"/>
                </a:solidFill>
                <a:latin typeface="Space Grotesk Medium"/>
                <a:ea typeface="Space Grotesk Medium"/>
                <a:cs typeface="Space Grotesk Medium"/>
                <a:sym typeface="Space Grotesk Medium"/>
              </a:rPr>
              <a:t>LLMs are just one component</a:t>
            </a:r>
            <a:br>
              <a:rPr lang="en-GB" sz="1800">
                <a:solidFill>
                  <a:schemeClr val="lt1"/>
                </a:solidFill>
                <a:latin typeface="Space Grotesk Medium"/>
                <a:ea typeface="Space Grotesk Medium"/>
                <a:cs typeface="Space Grotesk Medium"/>
                <a:sym typeface="Space Grotesk Medium"/>
              </a:rPr>
            </a:br>
            <a:endParaRPr sz="1800">
              <a:solidFill>
                <a:schemeClr val="lt1"/>
              </a:solidFill>
              <a:latin typeface="Space Grotesk Medium"/>
              <a:ea typeface="Space Grotesk Medium"/>
              <a:cs typeface="Space Grotesk Medium"/>
              <a:sym typeface="Space Grotesk Medium"/>
            </a:endParaRPr>
          </a:p>
          <a:p>
            <a:pPr indent="-342900" lvl="0" marL="457200" rtl="0" algn="l">
              <a:lnSpc>
                <a:spcPct val="115000"/>
              </a:lnSpc>
              <a:spcBef>
                <a:spcPts val="0"/>
              </a:spcBef>
              <a:spcAft>
                <a:spcPts val="0"/>
              </a:spcAft>
              <a:buClr>
                <a:schemeClr val="lt1"/>
              </a:buClr>
              <a:buSzPts val="1800"/>
              <a:buFont typeface="Space Grotesk Medium"/>
              <a:buChar char="●"/>
            </a:pPr>
            <a:r>
              <a:rPr lang="en-GB" sz="1800">
                <a:solidFill>
                  <a:schemeClr val="lt1"/>
                </a:solidFill>
                <a:latin typeface="Space Grotesk Medium"/>
                <a:ea typeface="Space Grotesk Medium"/>
                <a:cs typeface="Space Grotesk Medium"/>
                <a:sym typeface="Space Grotesk Medium"/>
              </a:rPr>
              <a:t>Local inference is powerful</a:t>
            </a:r>
            <a:br>
              <a:rPr lang="en-GB" sz="1800">
                <a:solidFill>
                  <a:schemeClr val="lt1"/>
                </a:solidFill>
                <a:latin typeface="Space Grotesk Medium"/>
                <a:ea typeface="Space Grotesk Medium"/>
                <a:cs typeface="Space Grotesk Medium"/>
                <a:sym typeface="Space Grotesk Medium"/>
              </a:rPr>
            </a:br>
            <a:endParaRPr sz="1800">
              <a:solidFill>
                <a:schemeClr val="lt1"/>
              </a:solidFill>
              <a:latin typeface="Space Grotesk Medium"/>
              <a:ea typeface="Space Grotesk Medium"/>
              <a:cs typeface="Space Grotesk Medium"/>
              <a:sym typeface="Space Grotesk Medium"/>
            </a:endParaRPr>
          </a:p>
          <a:p>
            <a:pPr indent="-342900" lvl="0" marL="457200" rtl="0" algn="l">
              <a:lnSpc>
                <a:spcPct val="115000"/>
              </a:lnSpc>
              <a:spcBef>
                <a:spcPts val="0"/>
              </a:spcBef>
              <a:spcAft>
                <a:spcPts val="0"/>
              </a:spcAft>
              <a:buClr>
                <a:schemeClr val="lt1"/>
              </a:buClr>
              <a:buSzPts val="1800"/>
              <a:buFont typeface="Space Grotesk Medium"/>
              <a:buChar char="●"/>
            </a:pPr>
            <a:r>
              <a:rPr lang="en-GB" sz="1800">
                <a:solidFill>
                  <a:schemeClr val="lt1"/>
                </a:solidFill>
                <a:latin typeface="Space Grotesk Medium"/>
                <a:ea typeface="Space Grotesk Medium"/>
                <a:cs typeface="Space Grotesk Medium"/>
                <a:sym typeface="Space Grotesk Medium"/>
              </a:rPr>
              <a:t>Engineering decisions &gt; model hype</a:t>
            </a:r>
            <a:endParaRPr sz="1800">
              <a:solidFill>
                <a:schemeClr val="lt1"/>
              </a:solidFill>
              <a:latin typeface="Space Grotesk Medium"/>
              <a:ea typeface="Space Grotesk Medium"/>
              <a:cs typeface="Space Grotesk Medium"/>
              <a:sym typeface="Space Grotesk Medium"/>
            </a:endParaRPr>
          </a:p>
          <a:p>
            <a:pPr indent="0" lvl="0" marL="0" rtl="0" algn="ctr">
              <a:spcBef>
                <a:spcPts val="1200"/>
              </a:spcBef>
              <a:spcAft>
                <a:spcPts val="0"/>
              </a:spcAft>
              <a:buNone/>
            </a:pPr>
            <a:r>
              <a:t/>
            </a:r>
            <a:endParaRPr sz="1800">
              <a:solidFill>
                <a:schemeClr val="lt1"/>
              </a:solidFill>
              <a:latin typeface="Space Grotesk Medium"/>
              <a:ea typeface="Space Grotesk Medium"/>
              <a:cs typeface="Space Grotesk Medium"/>
              <a:sym typeface="Space Grotesk Medium"/>
            </a:endParaRPr>
          </a:p>
        </p:txBody>
      </p:sp>
      <p:sp>
        <p:nvSpPr>
          <p:cNvPr id="266" name="Google Shape;266;p26"/>
          <p:cNvSpPr txBox="1"/>
          <p:nvPr/>
        </p:nvSpPr>
        <p:spPr>
          <a:xfrm>
            <a:off x="3072000" y="1007925"/>
            <a:ext cx="3000000" cy="585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None/>
            </a:pPr>
            <a:r>
              <a:rPr b="1" lang="en-GB" sz="2600">
                <a:solidFill>
                  <a:schemeClr val="lt1"/>
                </a:solidFill>
                <a:latin typeface="Space Grotesk"/>
                <a:ea typeface="Space Grotesk"/>
                <a:cs typeface="Space Grotesk"/>
                <a:sym typeface="Space Grotesk"/>
              </a:rPr>
              <a:t>Key Takeaways</a:t>
            </a:r>
            <a:endParaRPr b="1" sz="2300">
              <a:solidFill>
                <a:schemeClr val="lt1"/>
              </a:solidFill>
              <a:latin typeface="Space Grotesk"/>
              <a:ea typeface="Space Grotesk"/>
              <a:cs typeface="Space Grotesk"/>
              <a:sym typeface="Space Grotes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7"/>
          <p:cNvSpPr txBox="1"/>
          <p:nvPr/>
        </p:nvSpPr>
        <p:spPr>
          <a:xfrm>
            <a:off x="753375" y="781000"/>
            <a:ext cx="2955600" cy="595200"/>
          </a:xfrm>
          <a:prstGeom prst="rect">
            <a:avLst/>
          </a:prstGeom>
          <a:noFill/>
          <a:ln>
            <a:noFill/>
          </a:ln>
        </p:spPr>
        <p:txBody>
          <a:bodyPr anchorCtr="0" anchor="ctr" bIns="91425" lIns="0" spcFirstLastPara="1" rIns="0" wrap="square" tIns="91425">
            <a:normAutofit/>
          </a:bodyPr>
          <a:lstStyle/>
          <a:p>
            <a:pPr indent="0" lvl="0" marL="0" rtl="0" algn="l">
              <a:spcBef>
                <a:spcPts val="0"/>
              </a:spcBef>
              <a:spcAft>
                <a:spcPts val="0"/>
              </a:spcAft>
              <a:buNone/>
            </a:pPr>
            <a:r>
              <a:rPr b="1" lang="en-GB" sz="2600">
                <a:solidFill>
                  <a:srgbClr val="FFFFFF"/>
                </a:solidFill>
                <a:latin typeface="Space Grotesk"/>
                <a:ea typeface="Space Grotesk"/>
                <a:cs typeface="Space Grotesk"/>
                <a:sym typeface="Space Grotesk"/>
              </a:rPr>
              <a:t>Python Coding</a:t>
            </a:r>
            <a:endParaRPr b="1" sz="2600">
              <a:solidFill>
                <a:srgbClr val="FFFFFF"/>
              </a:solidFill>
              <a:latin typeface="Space Grotesk"/>
              <a:ea typeface="Space Grotesk"/>
              <a:cs typeface="Space Grotesk"/>
              <a:sym typeface="Space Grotesk"/>
            </a:endParaRPr>
          </a:p>
        </p:txBody>
      </p:sp>
      <p:sp>
        <p:nvSpPr>
          <p:cNvPr id="272" name="Google Shape;272;p27"/>
          <p:cNvSpPr txBox="1"/>
          <p:nvPr/>
        </p:nvSpPr>
        <p:spPr>
          <a:xfrm>
            <a:off x="1158450" y="1376200"/>
            <a:ext cx="6748200" cy="2762700"/>
          </a:xfrm>
          <a:prstGeom prst="rect">
            <a:avLst/>
          </a:prstGeom>
          <a:noFill/>
          <a:ln>
            <a:noFill/>
          </a:ln>
        </p:spPr>
        <p:txBody>
          <a:bodyPr anchorCtr="0" anchor="t" bIns="91425" lIns="0" spcFirstLastPara="1" rIns="0" wrap="square" tIns="91425">
            <a:noAutofit/>
          </a:bodyPr>
          <a:lstStyle/>
          <a:p>
            <a:pPr indent="0" lvl="0" marL="0" rtl="0" algn="l">
              <a:lnSpc>
                <a:spcPct val="150000"/>
              </a:lnSpc>
              <a:spcBef>
                <a:spcPts val="0"/>
              </a:spcBef>
              <a:spcAft>
                <a:spcPts val="0"/>
              </a:spcAft>
              <a:buClr>
                <a:schemeClr val="dk1"/>
              </a:buClr>
              <a:buSzPts val="1100"/>
              <a:buFont typeface="Arial"/>
              <a:buNone/>
            </a:pPr>
            <a:r>
              <a:rPr lang="en-GB" sz="1200">
                <a:solidFill>
                  <a:srgbClr val="FFFFFF"/>
                </a:solidFill>
                <a:latin typeface="Space Mono"/>
                <a:ea typeface="Space Mono"/>
                <a:cs typeface="Space Mono"/>
                <a:sym typeface="Space Mono"/>
              </a:rPr>
              <a:t>topic = "RAG"</a:t>
            </a:r>
            <a:endParaRPr sz="1200">
              <a:solidFill>
                <a:srgbClr val="FFFFFF"/>
              </a:solidFill>
              <a:latin typeface="Space Mono"/>
              <a:ea typeface="Space Mono"/>
              <a:cs typeface="Space Mono"/>
              <a:sym typeface="Space Mono"/>
            </a:endParaRPr>
          </a:p>
          <a:p>
            <a:pPr indent="0" lvl="0" marL="0" rtl="0" algn="l">
              <a:lnSpc>
                <a:spcPct val="150000"/>
              </a:lnSpc>
              <a:spcBef>
                <a:spcPts val="0"/>
              </a:spcBef>
              <a:spcAft>
                <a:spcPts val="0"/>
              </a:spcAft>
              <a:buClr>
                <a:schemeClr val="dk1"/>
              </a:buClr>
              <a:buSzPts val="1100"/>
              <a:buFont typeface="Arial"/>
              <a:buNone/>
            </a:pPr>
            <a:r>
              <a:rPr lang="en-GB" sz="1200">
                <a:solidFill>
                  <a:srgbClr val="FFFFFF"/>
                </a:solidFill>
                <a:latin typeface="Space Mono"/>
                <a:ea typeface="Space Mono"/>
                <a:cs typeface="Space Mono"/>
                <a:sym typeface="Space Mono"/>
              </a:rPr>
              <a:t>level = "beginner"</a:t>
            </a:r>
            <a:endParaRPr sz="1200">
              <a:solidFill>
                <a:srgbClr val="FFFFFF"/>
              </a:solidFill>
              <a:latin typeface="Space Mono"/>
              <a:ea typeface="Space Mono"/>
              <a:cs typeface="Space Mono"/>
              <a:sym typeface="Space Mono"/>
            </a:endParaRPr>
          </a:p>
          <a:p>
            <a:pPr indent="0" lvl="0" marL="0" rtl="0" algn="l">
              <a:lnSpc>
                <a:spcPct val="150000"/>
              </a:lnSpc>
              <a:spcBef>
                <a:spcPts val="0"/>
              </a:spcBef>
              <a:spcAft>
                <a:spcPts val="0"/>
              </a:spcAft>
              <a:buClr>
                <a:schemeClr val="dk1"/>
              </a:buClr>
              <a:buSzPts val="1100"/>
              <a:buFont typeface="Arial"/>
              <a:buNone/>
            </a:pPr>
            <a:r>
              <a:rPr lang="en-GB" sz="1200">
                <a:solidFill>
                  <a:srgbClr val="FFFFFF"/>
                </a:solidFill>
                <a:latin typeface="Space Mono"/>
                <a:ea typeface="Space Mono"/>
                <a:cs typeface="Space Mono"/>
                <a:sym typeface="Space Mono"/>
              </a:rPr>
              <a:t>prompt = f"Explain {topic} simply"</a:t>
            </a:r>
            <a:endParaRPr sz="1200">
              <a:solidFill>
                <a:srgbClr val="FFFFFF"/>
              </a:solidFill>
              <a:latin typeface="Space Mono"/>
              <a:ea typeface="Space Mono"/>
              <a:cs typeface="Space Mono"/>
              <a:sym typeface="Space Mono"/>
            </a:endParaRPr>
          </a:p>
          <a:p>
            <a:pPr indent="0" lvl="0" marL="0" rtl="0" algn="l">
              <a:lnSpc>
                <a:spcPct val="150000"/>
              </a:lnSpc>
              <a:spcBef>
                <a:spcPts val="0"/>
              </a:spcBef>
              <a:spcAft>
                <a:spcPts val="0"/>
              </a:spcAft>
              <a:buClr>
                <a:schemeClr val="dk1"/>
              </a:buClr>
              <a:buSzPts val="1100"/>
              <a:buFont typeface="Arial"/>
              <a:buNone/>
            </a:pPr>
            <a:r>
              <a:rPr lang="en-GB" sz="1200">
                <a:solidFill>
                  <a:srgbClr val="FFFFFF"/>
                </a:solidFill>
                <a:latin typeface="Space Mono"/>
                <a:ea typeface="Space Mono"/>
                <a:cs typeface="Space Mono"/>
                <a:sym typeface="Space Mono"/>
              </a:rPr>
              <a:t>messages = []</a:t>
            </a:r>
            <a:endParaRPr sz="1200">
              <a:solidFill>
                <a:srgbClr val="FFFFFF"/>
              </a:solidFill>
              <a:latin typeface="Space Mono"/>
              <a:ea typeface="Space Mono"/>
              <a:cs typeface="Space Mono"/>
              <a:sym typeface="Space Mono"/>
            </a:endParaRPr>
          </a:p>
          <a:p>
            <a:pPr indent="0" lvl="0" marL="0" rtl="0" algn="l">
              <a:lnSpc>
                <a:spcPct val="150000"/>
              </a:lnSpc>
              <a:spcBef>
                <a:spcPts val="0"/>
              </a:spcBef>
              <a:spcAft>
                <a:spcPts val="0"/>
              </a:spcAft>
              <a:buNone/>
            </a:pPr>
            <a:r>
              <a:rPr lang="en-GB" sz="1200">
                <a:solidFill>
                  <a:srgbClr val="FFFFFF"/>
                </a:solidFill>
                <a:latin typeface="Space Mono"/>
                <a:ea typeface="Space Mono"/>
                <a:cs typeface="Space Mono"/>
                <a:sym typeface="Space Mono"/>
              </a:rPr>
              <a:t>messages.append(prompt)</a:t>
            </a:r>
            <a:endParaRPr sz="1200">
              <a:solidFill>
                <a:srgbClr val="FFFFFF"/>
              </a:solidFill>
              <a:latin typeface="Space Mono"/>
              <a:ea typeface="Space Mono"/>
              <a:cs typeface="Space Mono"/>
              <a:sym typeface="Space Mono"/>
            </a:endParaRPr>
          </a:p>
          <a:p>
            <a:pPr indent="0" lvl="0" marL="0" rtl="0" algn="l">
              <a:lnSpc>
                <a:spcPct val="150000"/>
              </a:lnSpc>
              <a:spcBef>
                <a:spcPts val="0"/>
              </a:spcBef>
              <a:spcAft>
                <a:spcPts val="0"/>
              </a:spcAft>
              <a:buClr>
                <a:schemeClr val="dk1"/>
              </a:buClr>
              <a:buSzPts val="1100"/>
              <a:buFont typeface="Arial"/>
              <a:buNone/>
            </a:pPr>
            <a:r>
              <a:t/>
            </a:r>
            <a:endParaRPr sz="1200">
              <a:solidFill>
                <a:srgbClr val="FFFFFF"/>
              </a:solidFill>
              <a:latin typeface="Space Mono"/>
              <a:ea typeface="Space Mono"/>
              <a:cs typeface="Space Mono"/>
              <a:sym typeface="Space Mono"/>
            </a:endParaRPr>
          </a:p>
          <a:p>
            <a:pPr indent="0" lvl="0" marL="0" rtl="0" algn="l">
              <a:lnSpc>
                <a:spcPct val="150000"/>
              </a:lnSpc>
              <a:spcBef>
                <a:spcPts val="0"/>
              </a:spcBef>
              <a:spcAft>
                <a:spcPts val="0"/>
              </a:spcAft>
              <a:buClr>
                <a:schemeClr val="dk1"/>
              </a:buClr>
              <a:buSzPts val="1100"/>
              <a:buFont typeface="Arial"/>
              <a:buNone/>
            </a:pPr>
            <a:r>
              <a:rPr lang="en-GB" sz="1200">
                <a:solidFill>
                  <a:srgbClr val="FFFFFF"/>
                </a:solidFill>
                <a:latin typeface="Space Mono"/>
                <a:ea typeface="Space Mono"/>
                <a:cs typeface="Space Mono"/>
                <a:sym typeface="Space Mono"/>
              </a:rPr>
              <a:t>print("Prompt:")</a:t>
            </a:r>
            <a:endParaRPr sz="1200">
              <a:solidFill>
                <a:srgbClr val="FFFFFF"/>
              </a:solidFill>
              <a:latin typeface="Space Mono"/>
              <a:ea typeface="Space Mono"/>
              <a:cs typeface="Space Mono"/>
              <a:sym typeface="Space Mono"/>
            </a:endParaRPr>
          </a:p>
          <a:p>
            <a:pPr indent="0" lvl="0" marL="0" rtl="0" algn="l">
              <a:lnSpc>
                <a:spcPct val="150000"/>
              </a:lnSpc>
              <a:spcBef>
                <a:spcPts val="0"/>
              </a:spcBef>
              <a:spcAft>
                <a:spcPts val="0"/>
              </a:spcAft>
              <a:buClr>
                <a:schemeClr val="dk1"/>
              </a:buClr>
              <a:buSzPts val="1100"/>
              <a:buFont typeface="Arial"/>
              <a:buNone/>
            </a:pPr>
            <a:r>
              <a:rPr lang="en-GB" sz="1200">
                <a:solidFill>
                  <a:srgbClr val="FFFFFF"/>
                </a:solidFill>
                <a:latin typeface="Space Mono"/>
                <a:ea typeface="Space Mono"/>
                <a:cs typeface="Space Mono"/>
                <a:sym typeface="Space Mono"/>
              </a:rPr>
              <a:t>print(messages[0])</a:t>
            </a:r>
            <a:endParaRPr sz="1200">
              <a:solidFill>
                <a:srgbClr val="FFFFFF"/>
              </a:solidFill>
              <a:latin typeface="Space Mono"/>
              <a:ea typeface="Space Mono"/>
              <a:cs typeface="Space Mono"/>
              <a:sym typeface="Space Mono"/>
            </a:endParaRPr>
          </a:p>
          <a:p>
            <a:pPr indent="0" lvl="0" marL="0" rtl="0" algn="l">
              <a:lnSpc>
                <a:spcPct val="150000"/>
              </a:lnSpc>
              <a:spcBef>
                <a:spcPts val="0"/>
              </a:spcBef>
              <a:spcAft>
                <a:spcPts val="0"/>
              </a:spcAft>
              <a:buClr>
                <a:schemeClr val="dk1"/>
              </a:buClr>
              <a:buSzPts val="1100"/>
              <a:buFont typeface="Arial"/>
              <a:buNone/>
            </a:pPr>
            <a:r>
              <a:rPr lang="en-GB" sz="1200">
                <a:solidFill>
                  <a:srgbClr val="FFFFFF"/>
                </a:solidFill>
                <a:latin typeface="Space Mono"/>
                <a:ea typeface="Space Mono"/>
                <a:cs typeface="Space Mono"/>
                <a:sym typeface="Space Mono"/>
              </a:rPr>
              <a:t>length = len(messages)</a:t>
            </a:r>
            <a:endParaRPr sz="1200">
              <a:solidFill>
                <a:srgbClr val="FFFFFF"/>
              </a:solidFill>
              <a:latin typeface="Space Mono"/>
              <a:ea typeface="Space Mono"/>
              <a:cs typeface="Space Mono"/>
              <a:sym typeface="Space Mono"/>
            </a:endParaRPr>
          </a:p>
          <a:p>
            <a:pPr indent="0" lvl="0" marL="0" rtl="0" algn="l">
              <a:lnSpc>
                <a:spcPct val="150000"/>
              </a:lnSpc>
              <a:spcBef>
                <a:spcPts val="0"/>
              </a:spcBef>
              <a:spcAft>
                <a:spcPts val="0"/>
              </a:spcAft>
              <a:buClr>
                <a:schemeClr val="dk1"/>
              </a:buClr>
              <a:buSzPts val="1100"/>
              <a:buFont typeface="Arial"/>
              <a:buNone/>
            </a:pPr>
            <a:r>
              <a:rPr lang="en-GB" sz="1200">
                <a:solidFill>
                  <a:srgbClr val="FFFFFF"/>
                </a:solidFill>
                <a:latin typeface="Space Mono"/>
                <a:ea typeface="Space Mono"/>
                <a:cs typeface="Space Mono"/>
                <a:sym typeface="Space Mono"/>
              </a:rPr>
              <a:t>print("Lines:", length)</a:t>
            </a:r>
            <a:endParaRPr sz="1200">
              <a:solidFill>
                <a:srgbClr val="FFFFFF"/>
              </a:solidFill>
              <a:latin typeface="Space Mono"/>
              <a:ea typeface="Space Mono"/>
              <a:cs typeface="Space Mono"/>
              <a:sym typeface="Space Mono"/>
            </a:endParaRPr>
          </a:p>
          <a:p>
            <a:pPr indent="0" lvl="0" marL="0" rtl="0" algn="l">
              <a:lnSpc>
                <a:spcPct val="150000"/>
              </a:lnSpc>
              <a:spcBef>
                <a:spcPts val="0"/>
              </a:spcBef>
              <a:spcAft>
                <a:spcPts val="0"/>
              </a:spcAft>
              <a:buClr>
                <a:schemeClr val="dk1"/>
              </a:buClr>
              <a:buSzPts val="1100"/>
              <a:buFont typeface="Arial"/>
              <a:buNone/>
            </a:pPr>
            <a:r>
              <a:t/>
            </a:r>
            <a:endParaRPr sz="1200">
              <a:solidFill>
                <a:srgbClr val="FFFFFF"/>
              </a:solidFill>
              <a:latin typeface="Space Mono"/>
              <a:ea typeface="Space Mono"/>
              <a:cs typeface="Space Mono"/>
              <a:sym typeface="Space Mono"/>
            </a:endParaRPr>
          </a:p>
          <a:p>
            <a:pPr indent="0" lvl="0" marL="0" rtl="0" algn="l">
              <a:lnSpc>
                <a:spcPct val="150000"/>
              </a:lnSpc>
              <a:spcBef>
                <a:spcPts val="0"/>
              </a:spcBef>
              <a:spcAft>
                <a:spcPts val="0"/>
              </a:spcAft>
              <a:buNone/>
            </a:pPr>
            <a:r>
              <a:t/>
            </a:r>
            <a:endParaRPr sz="1200">
              <a:solidFill>
                <a:srgbClr val="FFFFFF"/>
              </a:solidFill>
              <a:latin typeface="Space Mono"/>
              <a:ea typeface="Space Mono"/>
              <a:cs typeface="Space Mono"/>
              <a:sym typeface="Space Mono"/>
            </a:endParaRPr>
          </a:p>
        </p:txBody>
      </p:sp>
      <p:sp>
        <p:nvSpPr>
          <p:cNvPr id="273" name="Google Shape;273;p27"/>
          <p:cNvSpPr txBox="1"/>
          <p:nvPr/>
        </p:nvSpPr>
        <p:spPr>
          <a:xfrm>
            <a:off x="5573300" y="1616175"/>
            <a:ext cx="2466000" cy="482700"/>
          </a:xfrm>
          <a:prstGeom prst="rect">
            <a:avLst/>
          </a:prstGeom>
          <a:noFill/>
          <a:ln>
            <a:noFill/>
          </a:ln>
        </p:spPr>
        <p:txBody>
          <a:bodyPr anchorCtr="0" anchor="ctr" bIns="91425" lIns="0" spcFirstLastPara="1" rIns="0" wrap="square" tIns="91425">
            <a:noAutofit/>
          </a:bodyPr>
          <a:lstStyle/>
          <a:p>
            <a:pPr indent="0" lvl="0" marL="0" rtl="0" algn="l">
              <a:spcBef>
                <a:spcPts val="0"/>
              </a:spcBef>
              <a:spcAft>
                <a:spcPts val="0"/>
              </a:spcAft>
              <a:buNone/>
            </a:pPr>
            <a:r>
              <a:rPr b="1" lang="en-GB" sz="1800">
                <a:solidFill>
                  <a:srgbClr val="FFFFFF"/>
                </a:solidFill>
                <a:latin typeface="Space Grotesk"/>
                <a:ea typeface="Space Grotesk"/>
                <a:cs typeface="Space Grotesk"/>
                <a:sym typeface="Space Grotesk"/>
              </a:rPr>
              <a:t>Output:</a:t>
            </a:r>
            <a:endParaRPr b="1" sz="1800">
              <a:solidFill>
                <a:srgbClr val="FFFFFF"/>
              </a:solidFill>
              <a:latin typeface="Space Grotesk"/>
              <a:ea typeface="Space Grotesk"/>
              <a:cs typeface="Space Grotesk"/>
              <a:sym typeface="Space Grotesk"/>
            </a:endParaRPr>
          </a:p>
        </p:txBody>
      </p:sp>
      <p:sp>
        <p:nvSpPr>
          <p:cNvPr id="274" name="Google Shape;274;p27"/>
          <p:cNvSpPr txBox="1"/>
          <p:nvPr/>
        </p:nvSpPr>
        <p:spPr>
          <a:xfrm>
            <a:off x="5573300" y="2098875"/>
            <a:ext cx="2466000" cy="18762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None/>
            </a:pPr>
            <a:r>
              <a:rPr lang="en-GB">
                <a:solidFill>
                  <a:srgbClr val="FFFFFF"/>
                </a:solidFill>
                <a:latin typeface="Space Mono"/>
                <a:ea typeface="Space Mono"/>
                <a:cs typeface="Space Mono"/>
                <a:sym typeface="Space Mono"/>
              </a:rPr>
              <a:t>Prompt:</a:t>
            </a:r>
            <a:endParaRPr>
              <a:solidFill>
                <a:srgbClr val="FFFFFF"/>
              </a:solidFill>
              <a:latin typeface="Space Mono"/>
              <a:ea typeface="Space Mono"/>
              <a:cs typeface="Space Mono"/>
              <a:sym typeface="Space Mono"/>
            </a:endParaRPr>
          </a:p>
          <a:p>
            <a:pPr indent="0" lvl="0" marL="0" rtl="0" algn="l">
              <a:spcBef>
                <a:spcPts val="0"/>
              </a:spcBef>
              <a:spcAft>
                <a:spcPts val="0"/>
              </a:spcAft>
              <a:buNone/>
            </a:pPr>
            <a:r>
              <a:rPr lang="en-GB">
                <a:solidFill>
                  <a:srgbClr val="FFFFFF"/>
                </a:solidFill>
                <a:latin typeface="Space Mono"/>
                <a:ea typeface="Space Mono"/>
                <a:cs typeface="Space Mono"/>
                <a:sym typeface="Space Mono"/>
              </a:rPr>
              <a:t>Explain RAG simply</a:t>
            </a:r>
            <a:endParaRPr>
              <a:solidFill>
                <a:srgbClr val="FFFFFF"/>
              </a:solidFill>
              <a:latin typeface="Space Mono"/>
              <a:ea typeface="Space Mono"/>
              <a:cs typeface="Space Mono"/>
              <a:sym typeface="Space Mono"/>
            </a:endParaRPr>
          </a:p>
          <a:p>
            <a:pPr indent="0" lvl="0" marL="0" rtl="0" algn="l">
              <a:spcBef>
                <a:spcPts val="0"/>
              </a:spcBef>
              <a:spcAft>
                <a:spcPts val="0"/>
              </a:spcAft>
              <a:buNone/>
            </a:pPr>
            <a:r>
              <a:rPr lang="en-GB">
                <a:solidFill>
                  <a:srgbClr val="FFFFFF"/>
                </a:solidFill>
                <a:latin typeface="Space Mono"/>
                <a:ea typeface="Space Mono"/>
                <a:cs typeface="Space Mono"/>
                <a:sym typeface="Space Mono"/>
              </a:rPr>
              <a:t>Lines: 1</a:t>
            </a:r>
            <a:endParaRPr>
              <a:solidFill>
                <a:srgbClr val="FFFFFF"/>
              </a:solidFill>
              <a:latin typeface="Space Mono"/>
              <a:ea typeface="Space Mono"/>
              <a:cs typeface="Space Mono"/>
              <a:sym typeface="Space Mono"/>
            </a:endParaRPr>
          </a:p>
          <a:p>
            <a:pPr indent="0" lvl="0" marL="0" rtl="0" algn="l">
              <a:spcBef>
                <a:spcPts val="0"/>
              </a:spcBef>
              <a:spcAft>
                <a:spcPts val="0"/>
              </a:spcAft>
              <a:buNone/>
            </a:pPr>
            <a:r>
              <a:t/>
            </a:r>
            <a:endParaRPr>
              <a:solidFill>
                <a:srgbClr val="FFFFFF"/>
              </a:solidFill>
              <a:latin typeface="Space Mono"/>
              <a:ea typeface="Space Mono"/>
              <a:cs typeface="Space Mono"/>
              <a:sym typeface="Space Mono"/>
            </a:endParaRPr>
          </a:p>
        </p:txBody>
      </p:sp>
    </p:spTree>
  </p:cSld>
  <p:clrMapOvr>
    <a:masterClrMapping/>
  </p:clrMapOvr>
  <mc:AlternateContent>
    <mc:Choice Requires="p14">
      <p:transition spd="med">
        <p14:gallery dir="l"/>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